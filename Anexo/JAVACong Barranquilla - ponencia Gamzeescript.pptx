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Aldrich"/>
      <p:regular r:id="rId27"/>
    </p:embeddedFont>
    <p:embeddedFont>
      <p:font typeface="Anaheim"/>
      <p:regular r:id="rId28"/>
      <p:bold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Anaheim-regular.fntdata"/><Relationship Id="rId27" Type="http://schemas.openxmlformats.org/officeDocument/2006/relationships/font" Target="fonts/Aldrich-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nahei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6.xml"/><Relationship Id="rId33" Type="http://schemas.openxmlformats.org/officeDocument/2006/relationships/font" Target="fonts/OpenSans-boldItalic.fntdata"/><Relationship Id="rId10" Type="http://schemas.openxmlformats.org/officeDocument/2006/relationships/slide" Target="slides/slide5.xml"/><Relationship Id="rId32"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8d40bf01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8d40bf01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d431007ba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d431007ba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910c9cffe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910c9cffe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8d40bf017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8d40bf017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9fcc9767a0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29fcc9767a0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8d40bf017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8d40bf017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8d40bf017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8d40bf017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910c9cffe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910c9cffe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910c9cffe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910c9cffe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84d99d1a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84d99d1a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910c9cffe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910c9cffe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54dda1946d_4_2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54dda1946d_4_2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a306bc362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a306bc362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9aea3e6e88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9aea3e6e88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9aea3e6e88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9aea3e6e88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9aea3e6e88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9aea3e6e88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9aea3e6e88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9aea3e6e88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346800" y="255600"/>
            <a:ext cx="8450400" cy="4632300"/>
            <a:chOff x="346800" y="255600"/>
            <a:chExt cx="8450400" cy="4632300"/>
          </a:xfrm>
        </p:grpSpPr>
        <p:sp>
          <p:nvSpPr>
            <p:cNvPr id="10" name="Google Shape;10;p2"/>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 name="Google Shape;11;p2"/>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2" name="Google Shape;12;p2"/>
            <p:cNvGrpSpPr/>
            <p:nvPr/>
          </p:nvGrpSpPr>
          <p:grpSpPr>
            <a:xfrm>
              <a:off x="8111150" y="433000"/>
              <a:ext cx="426200" cy="106500"/>
              <a:chOff x="1739575" y="4109150"/>
              <a:chExt cx="426200" cy="106500"/>
            </a:xfrm>
          </p:grpSpPr>
          <p:sp>
            <p:nvSpPr>
              <p:cNvPr id="13" name="Google Shape;13;p2"/>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 name="Google Shape;14;p2"/>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 name="Google Shape;15;p2"/>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6" name="Google Shape;16;p2"/>
          <p:cNvSpPr txBox="1"/>
          <p:nvPr>
            <p:ph type="ctrTitle"/>
          </p:nvPr>
        </p:nvSpPr>
        <p:spPr>
          <a:xfrm>
            <a:off x="1244925" y="1205975"/>
            <a:ext cx="3542100" cy="30936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7" name="Google Shape;17;p2"/>
          <p:cNvSpPr txBox="1"/>
          <p:nvPr>
            <p:ph idx="1" type="subTitle"/>
          </p:nvPr>
        </p:nvSpPr>
        <p:spPr>
          <a:xfrm>
            <a:off x="5318725" y="3074550"/>
            <a:ext cx="2497200" cy="10440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8" name="Google Shape;18;p2"/>
          <p:cNvGrpSpPr/>
          <p:nvPr/>
        </p:nvGrpSpPr>
        <p:grpSpPr>
          <a:xfrm>
            <a:off x="496925" y="855351"/>
            <a:ext cx="8150150" cy="3748650"/>
            <a:chOff x="496925" y="855351"/>
            <a:chExt cx="8150150" cy="3748650"/>
          </a:xfrm>
        </p:grpSpPr>
        <p:sp>
          <p:nvSpPr>
            <p:cNvPr id="19" name="Google Shape;19;p2"/>
            <p:cNvSpPr txBox="1"/>
            <p:nvPr/>
          </p:nvSpPr>
          <p:spPr>
            <a:xfrm>
              <a:off x="8430775" y="8553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1010010101001010</a:t>
              </a:r>
              <a:endParaRPr sz="1000">
                <a:solidFill>
                  <a:schemeClr val="dk1"/>
                </a:solidFill>
                <a:latin typeface="Open Sans"/>
                <a:ea typeface="Open Sans"/>
                <a:cs typeface="Open Sans"/>
                <a:sym typeface="Open Sans"/>
              </a:endParaRPr>
            </a:p>
          </p:txBody>
        </p:sp>
        <p:sp>
          <p:nvSpPr>
            <p:cNvPr id="20" name="Google Shape;20;p2"/>
            <p:cNvSpPr txBox="1"/>
            <p:nvPr/>
          </p:nvSpPr>
          <p:spPr>
            <a:xfrm>
              <a:off x="496925" y="2046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1001010101010100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grpSp>
        <p:nvGrpSpPr>
          <p:cNvPr id="22" name="Google Shape;22;p3"/>
          <p:cNvGrpSpPr/>
          <p:nvPr/>
        </p:nvGrpSpPr>
        <p:grpSpPr>
          <a:xfrm>
            <a:off x="346800" y="255600"/>
            <a:ext cx="8450400" cy="4632300"/>
            <a:chOff x="346800" y="255600"/>
            <a:chExt cx="8450400" cy="4632300"/>
          </a:xfrm>
        </p:grpSpPr>
        <p:sp>
          <p:nvSpPr>
            <p:cNvPr id="23" name="Google Shape;23;p3"/>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 name="Google Shape;24;p3"/>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5" name="Google Shape;25;p3"/>
            <p:cNvGrpSpPr/>
            <p:nvPr/>
          </p:nvGrpSpPr>
          <p:grpSpPr>
            <a:xfrm>
              <a:off x="8111150" y="433000"/>
              <a:ext cx="426200" cy="106500"/>
              <a:chOff x="1739575" y="4109150"/>
              <a:chExt cx="426200" cy="106500"/>
            </a:xfrm>
          </p:grpSpPr>
          <p:sp>
            <p:nvSpPr>
              <p:cNvPr id="26" name="Google Shape;26;p3"/>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 name="Google Shape;27;p3"/>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 name="Google Shape;28;p3"/>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29" name="Google Shape;29;p3"/>
          <p:cNvSpPr txBox="1"/>
          <p:nvPr>
            <p:ph type="title"/>
          </p:nvPr>
        </p:nvSpPr>
        <p:spPr>
          <a:xfrm>
            <a:off x="4867150" y="3453725"/>
            <a:ext cx="32580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Font typeface="Aldrich"/>
              <a:buNone/>
              <a:defRPr sz="3600">
                <a:latin typeface="Aldrich"/>
                <a:ea typeface="Aldrich"/>
                <a:cs typeface="Aldrich"/>
                <a:sym typeface="Aldrich"/>
              </a:defRPr>
            </a:lvl2pPr>
            <a:lvl3pPr lvl="2" algn="ctr">
              <a:spcBef>
                <a:spcPts val="0"/>
              </a:spcBef>
              <a:spcAft>
                <a:spcPts val="0"/>
              </a:spcAft>
              <a:buSzPts val="3600"/>
              <a:buFont typeface="Aldrich"/>
              <a:buNone/>
              <a:defRPr sz="3600">
                <a:latin typeface="Aldrich"/>
                <a:ea typeface="Aldrich"/>
                <a:cs typeface="Aldrich"/>
                <a:sym typeface="Aldrich"/>
              </a:defRPr>
            </a:lvl3pPr>
            <a:lvl4pPr lvl="3" algn="ctr">
              <a:spcBef>
                <a:spcPts val="0"/>
              </a:spcBef>
              <a:spcAft>
                <a:spcPts val="0"/>
              </a:spcAft>
              <a:buSzPts val="3600"/>
              <a:buFont typeface="Aldrich"/>
              <a:buNone/>
              <a:defRPr sz="3600">
                <a:latin typeface="Aldrich"/>
                <a:ea typeface="Aldrich"/>
                <a:cs typeface="Aldrich"/>
                <a:sym typeface="Aldrich"/>
              </a:defRPr>
            </a:lvl4pPr>
            <a:lvl5pPr lvl="4" algn="ctr">
              <a:spcBef>
                <a:spcPts val="0"/>
              </a:spcBef>
              <a:spcAft>
                <a:spcPts val="0"/>
              </a:spcAft>
              <a:buSzPts val="3600"/>
              <a:buFont typeface="Aldrich"/>
              <a:buNone/>
              <a:defRPr sz="3600">
                <a:latin typeface="Aldrich"/>
                <a:ea typeface="Aldrich"/>
                <a:cs typeface="Aldrich"/>
                <a:sym typeface="Aldrich"/>
              </a:defRPr>
            </a:lvl5pPr>
            <a:lvl6pPr lvl="5" algn="ctr">
              <a:spcBef>
                <a:spcPts val="0"/>
              </a:spcBef>
              <a:spcAft>
                <a:spcPts val="0"/>
              </a:spcAft>
              <a:buSzPts val="3600"/>
              <a:buFont typeface="Aldrich"/>
              <a:buNone/>
              <a:defRPr sz="3600">
                <a:latin typeface="Aldrich"/>
                <a:ea typeface="Aldrich"/>
                <a:cs typeface="Aldrich"/>
                <a:sym typeface="Aldrich"/>
              </a:defRPr>
            </a:lvl6pPr>
            <a:lvl7pPr lvl="6" algn="ctr">
              <a:spcBef>
                <a:spcPts val="0"/>
              </a:spcBef>
              <a:spcAft>
                <a:spcPts val="0"/>
              </a:spcAft>
              <a:buSzPts val="3600"/>
              <a:buFont typeface="Aldrich"/>
              <a:buNone/>
              <a:defRPr sz="3600">
                <a:latin typeface="Aldrich"/>
                <a:ea typeface="Aldrich"/>
                <a:cs typeface="Aldrich"/>
                <a:sym typeface="Aldrich"/>
              </a:defRPr>
            </a:lvl7pPr>
            <a:lvl8pPr lvl="7" algn="ctr">
              <a:spcBef>
                <a:spcPts val="0"/>
              </a:spcBef>
              <a:spcAft>
                <a:spcPts val="0"/>
              </a:spcAft>
              <a:buSzPts val="3600"/>
              <a:buFont typeface="Aldrich"/>
              <a:buNone/>
              <a:defRPr sz="3600">
                <a:latin typeface="Aldrich"/>
                <a:ea typeface="Aldrich"/>
                <a:cs typeface="Aldrich"/>
                <a:sym typeface="Aldrich"/>
              </a:defRPr>
            </a:lvl8pPr>
            <a:lvl9pPr lvl="8" algn="ctr">
              <a:spcBef>
                <a:spcPts val="0"/>
              </a:spcBef>
              <a:spcAft>
                <a:spcPts val="0"/>
              </a:spcAft>
              <a:buSzPts val="3600"/>
              <a:buFont typeface="Aldrich"/>
              <a:buNone/>
              <a:defRPr sz="3600">
                <a:latin typeface="Aldrich"/>
                <a:ea typeface="Aldrich"/>
                <a:cs typeface="Aldrich"/>
                <a:sym typeface="Aldrich"/>
              </a:defRPr>
            </a:lvl9pPr>
          </a:lstStyle>
          <a:p/>
        </p:txBody>
      </p:sp>
      <p:sp>
        <p:nvSpPr>
          <p:cNvPr id="30" name="Google Shape;30;p3"/>
          <p:cNvSpPr txBox="1"/>
          <p:nvPr>
            <p:ph hasCustomPrompt="1" idx="2" type="title"/>
          </p:nvPr>
        </p:nvSpPr>
        <p:spPr>
          <a:xfrm>
            <a:off x="4867150" y="2296925"/>
            <a:ext cx="1724700" cy="928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2pPr>
            <a:lvl3pPr lvl="2" rtl="0" algn="ctr">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3pPr>
            <a:lvl4pPr lvl="3" rtl="0" algn="ctr">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4pPr>
            <a:lvl5pPr lvl="4" rtl="0" algn="ctr">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5pPr>
            <a:lvl6pPr lvl="5" rtl="0" algn="ctr">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6pPr>
            <a:lvl7pPr lvl="6" rtl="0" algn="ctr">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7pPr>
            <a:lvl8pPr lvl="7" rtl="0" algn="ctr">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8pPr>
            <a:lvl9pPr lvl="8" rtl="0" algn="ctr">
              <a:spcBef>
                <a:spcPts val="0"/>
              </a:spcBef>
              <a:spcAft>
                <a:spcPts val="0"/>
              </a:spcAft>
              <a:buClr>
                <a:schemeClr val="lt1"/>
              </a:buClr>
              <a:buSzPts val="6000"/>
              <a:buFont typeface="Aldrich"/>
              <a:buNone/>
              <a:defRPr sz="6000">
                <a:solidFill>
                  <a:schemeClr val="lt1"/>
                </a:solidFill>
                <a:latin typeface="Aldrich"/>
                <a:ea typeface="Aldrich"/>
                <a:cs typeface="Aldrich"/>
                <a:sym typeface="Aldrich"/>
              </a:defRPr>
            </a:lvl9pPr>
          </a:lstStyle>
          <a:p>
            <a:r>
              <a:t>xx%</a:t>
            </a:r>
          </a:p>
        </p:txBody>
      </p:sp>
      <p:sp>
        <p:nvSpPr>
          <p:cNvPr id="31" name="Google Shape;31;p3"/>
          <p:cNvSpPr/>
          <p:nvPr>
            <p:ph idx="3" type="pic"/>
          </p:nvPr>
        </p:nvSpPr>
        <p:spPr>
          <a:xfrm>
            <a:off x="946250" y="1075925"/>
            <a:ext cx="2818200" cy="3295800"/>
          </a:xfrm>
          <a:prstGeom prst="rect">
            <a:avLst/>
          </a:prstGeom>
          <a:noFill/>
          <a:ln cap="flat" cmpd="sng" w="9525">
            <a:solidFill>
              <a:schemeClr val="dk1"/>
            </a:solidFill>
            <a:prstDash val="solid"/>
            <a:round/>
            <a:headEnd len="sm" w="sm" type="none"/>
            <a:tailEnd len="sm" w="sm" type="none"/>
          </a:ln>
        </p:spPr>
      </p:sp>
      <p:grpSp>
        <p:nvGrpSpPr>
          <p:cNvPr id="32" name="Google Shape;32;p3"/>
          <p:cNvGrpSpPr/>
          <p:nvPr/>
        </p:nvGrpSpPr>
        <p:grpSpPr>
          <a:xfrm>
            <a:off x="496925" y="1007751"/>
            <a:ext cx="8150150" cy="3215250"/>
            <a:chOff x="496925" y="1007751"/>
            <a:chExt cx="8150150" cy="3215250"/>
          </a:xfrm>
        </p:grpSpPr>
        <p:sp>
          <p:nvSpPr>
            <p:cNvPr id="33" name="Google Shape;33;p3"/>
            <p:cNvSpPr txBox="1"/>
            <p:nvPr/>
          </p:nvSpPr>
          <p:spPr>
            <a:xfrm>
              <a:off x="8430775" y="10077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1100101010101110</a:t>
              </a:r>
              <a:endParaRPr sz="1000">
                <a:solidFill>
                  <a:schemeClr val="dk1"/>
                </a:solidFill>
                <a:latin typeface="Open Sans"/>
                <a:ea typeface="Open Sans"/>
                <a:cs typeface="Open Sans"/>
                <a:sym typeface="Open Sans"/>
              </a:endParaRPr>
            </a:p>
          </p:txBody>
        </p:sp>
        <p:sp>
          <p:nvSpPr>
            <p:cNvPr id="34" name="Google Shape;34;p3"/>
            <p:cNvSpPr txBox="1"/>
            <p:nvPr/>
          </p:nvSpPr>
          <p:spPr>
            <a:xfrm>
              <a:off x="496925" y="1665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101010111000111</a:t>
              </a:r>
              <a:endParaRPr sz="1000">
                <a:solidFill>
                  <a:schemeClr val="dk1"/>
                </a:solidFill>
                <a:latin typeface="Open Sans"/>
                <a:ea typeface="Open Sans"/>
                <a:cs typeface="Open Sans"/>
                <a:sym typeface="Open Sans"/>
              </a:endParaRPr>
            </a:p>
            <a:p>
              <a:pPr indent="0" lvl="0" marL="0" rtl="0" algn="ctr">
                <a:spcBef>
                  <a:spcPts val="0"/>
                </a:spcBef>
                <a:spcAft>
                  <a:spcPts val="0"/>
                </a:spcAft>
                <a:buNone/>
              </a:pPr>
              <a:r>
                <a:rPr lang="en" sz="1000">
                  <a:solidFill>
                    <a:schemeClr val="dk1"/>
                  </a:solidFill>
                  <a:latin typeface="Open Sans"/>
                  <a:ea typeface="Open Sans"/>
                  <a:cs typeface="Open Sans"/>
                  <a:sym typeface="Open Sans"/>
                </a:rPr>
                <a:t>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5" name="Shape 35"/>
        <p:cNvGrpSpPr/>
        <p:nvPr/>
      </p:nvGrpSpPr>
      <p:grpSpPr>
        <a:xfrm>
          <a:off x="0" y="0"/>
          <a:ext cx="0" cy="0"/>
          <a:chOff x="0" y="0"/>
          <a:chExt cx="0" cy="0"/>
        </a:xfrm>
      </p:grpSpPr>
      <p:grpSp>
        <p:nvGrpSpPr>
          <p:cNvPr id="36" name="Google Shape;36;p4"/>
          <p:cNvGrpSpPr/>
          <p:nvPr/>
        </p:nvGrpSpPr>
        <p:grpSpPr>
          <a:xfrm>
            <a:off x="346800" y="255600"/>
            <a:ext cx="8450400" cy="4632300"/>
            <a:chOff x="346800" y="255600"/>
            <a:chExt cx="8450400" cy="4632300"/>
          </a:xfrm>
        </p:grpSpPr>
        <p:sp>
          <p:nvSpPr>
            <p:cNvPr id="37" name="Google Shape;37;p4"/>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 name="Google Shape;38;p4"/>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9" name="Google Shape;39;p4"/>
            <p:cNvGrpSpPr/>
            <p:nvPr/>
          </p:nvGrpSpPr>
          <p:grpSpPr>
            <a:xfrm>
              <a:off x="8111150" y="433000"/>
              <a:ext cx="426200" cy="106500"/>
              <a:chOff x="1739575" y="4109150"/>
              <a:chExt cx="426200" cy="106500"/>
            </a:xfrm>
          </p:grpSpPr>
          <p:sp>
            <p:nvSpPr>
              <p:cNvPr id="40" name="Google Shape;40;p4"/>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 name="Google Shape;41;p4"/>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 name="Google Shape;42;p4"/>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43" name="Google Shape;43;p4"/>
          <p:cNvSpPr txBox="1"/>
          <p:nvPr>
            <p:ph idx="1" type="body"/>
          </p:nvPr>
        </p:nvSpPr>
        <p:spPr>
          <a:xfrm>
            <a:off x="720000" y="1400099"/>
            <a:ext cx="7704000" cy="3990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44" name="Google Shape;44;p4"/>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5" name="Google Shape;45;p4"/>
          <p:cNvGrpSpPr/>
          <p:nvPr/>
        </p:nvGrpSpPr>
        <p:grpSpPr>
          <a:xfrm>
            <a:off x="496925" y="1436601"/>
            <a:ext cx="8150150" cy="3151497"/>
            <a:chOff x="496925" y="1436601"/>
            <a:chExt cx="8150150" cy="3151497"/>
          </a:xfrm>
        </p:grpSpPr>
        <p:sp>
          <p:nvSpPr>
            <p:cNvPr id="46" name="Google Shape;46;p4"/>
            <p:cNvSpPr txBox="1"/>
            <p:nvPr/>
          </p:nvSpPr>
          <p:spPr>
            <a:xfrm>
              <a:off x="8430775" y="2030298"/>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1010010010110111</a:t>
              </a:r>
              <a:endParaRPr sz="1000">
                <a:solidFill>
                  <a:schemeClr val="dk1"/>
                </a:solidFill>
                <a:latin typeface="Open Sans"/>
                <a:ea typeface="Open Sans"/>
                <a:cs typeface="Open Sans"/>
                <a:sym typeface="Open Sans"/>
              </a:endParaRPr>
            </a:p>
          </p:txBody>
        </p:sp>
        <p:sp>
          <p:nvSpPr>
            <p:cNvPr id="47" name="Google Shape;47;p4"/>
            <p:cNvSpPr txBox="1"/>
            <p:nvPr/>
          </p:nvSpPr>
          <p:spPr>
            <a:xfrm>
              <a:off x="496925" y="14366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1001010100101010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346800" y="255600"/>
            <a:ext cx="8450400" cy="4632300"/>
            <a:chOff x="346800" y="255600"/>
            <a:chExt cx="8450400" cy="4632300"/>
          </a:xfrm>
        </p:grpSpPr>
        <p:sp>
          <p:nvSpPr>
            <p:cNvPr id="50" name="Google Shape;50;p5"/>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1" name="Google Shape;51;p5"/>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52" name="Google Shape;52;p5"/>
            <p:cNvGrpSpPr/>
            <p:nvPr/>
          </p:nvGrpSpPr>
          <p:grpSpPr>
            <a:xfrm>
              <a:off x="8111150" y="433000"/>
              <a:ext cx="426200" cy="106500"/>
              <a:chOff x="1739575" y="4109150"/>
              <a:chExt cx="426200" cy="106500"/>
            </a:xfrm>
          </p:grpSpPr>
          <p:sp>
            <p:nvSpPr>
              <p:cNvPr id="53" name="Google Shape;53;p5"/>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 name="Google Shape;54;p5"/>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 name="Google Shape;55;p5"/>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56" name="Google Shape;56;p5"/>
          <p:cNvSpPr txBox="1"/>
          <p:nvPr>
            <p:ph idx="1" type="subTitle"/>
          </p:nvPr>
        </p:nvSpPr>
        <p:spPr>
          <a:xfrm>
            <a:off x="5017188" y="2650350"/>
            <a:ext cx="2695800" cy="175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7" name="Google Shape;57;p5"/>
          <p:cNvSpPr txBox="1"/>
          <p:nvPr>
            <p:ph idx="2" type="subTitle"/>
          </p:nvPr>
        </p:nvSpPr>
        <p:spPr>
          <a:xfrm>
            <a:off x="1431012" y="2650356"/>
            <a:ext cx="2695800" cy="1755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8" name="Google Shape;58;p5"/>
          <p:cNvSpPr txBox="1"/>
          <p:nvPr>
            <p:ph idx="3" type="subTitle"/>
          </p:nvPr>
        </p:nvSpPr>
        <p:spPr>
          <a:xfrm>
            <a:off x="1431000" y="2163425"/>
            <a:ext cx="2695800" cy="472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59" name="Google Shape;59;p5"/>
          <p:cNvSpPr txBox="1"/>
          <p:nvPr>
            <p:ph idx="4" type="subTitle"/>
          </p:nvPr>
        </p:nvSpPr>
        <p:spPr>
          <a:xfrm>
            <a:off x="5017175" y="2163425"/>
            <a:ext cx="2695800" cy="472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60" name="Google Shape;60;p5"/>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3000"/>
              <a:buFont typeface="Aldrich"/>
              <a:buNone/>
              <a:defRPr>
                <a:latin typeface="Aldrich"/>
                <a:ea typeface="Aldrich"/>
                <a:cs typeface="Aldrich"/>
                <a:sym typeface="Aldrich"/>
              </a:defRPr>
            </a:lvl2pPr>
            <a:lvl3pPr lvl="2" rtl="0">
              <a:spcBef>
                <a:spcPts val="0"/>
              </a:spcBef>
              <a:spcAft>
                <a:spcPts val="0"/>
              </a:spcAft>
              <a:buSzPts val="3000"/>
              <a:buFont typeface="Aldrich"/>
              <a:buNone/>
              <a:defRPr>
                <a:latin typeface="Aldrich"/>
                <a:ea typeface="Aldrich"/>
                <a:cs typeface="Aldrich"/>
                <a:sym typeface="Aldrich"/>
              </a:defRPr>
            </a:lvl3pPr>
            <a:lvl4pPr lvl="3" rtl="0">
              <a:spcBef>
                <a:spcPts val="0"/>
              </a:spcBef>
              <a:spcAft>
                <a:spcPts val="0"/>
              </a:spcAft>
              <a:buSzPts val="3000"/>
              <a:buFont typeface="Aldrich"/>
              <a:buNone/>
              <a:defRPr>
                <a:latin typeface="Aldrich"/>
                <a:ea typeface="Aldrich"/>
                <a:cs typeface="Aldrich"/>
                <a:sym typeface="Aldrich"/>
              </a:defRPr>
            </a:lvl4pPr>
            <a:lvl5pPr lvl="4" rtl="0">
              <a:spcBef>
                <a:spcPts val="0"/>
              </a:spcBef>
              <a:spcAft>
                <a:spcPts val="0"/>
              </a:spcAft>
              <a:buSzPts val="3000"/>
              <a:buFont typeface="Aldrich"/>
              <a:buNone/>
              <a:defRPr>
                <a:latin typeface="Aldrich"/>
                <a:ea typeface="Aldrich"/>
                <a:cs typeface="Aldrich"/>
                <a:sym typeface="Aldrich"/>
              </a:defRPr>
            </a:lvl5pPr>
            <a:lvl6pPr lvl="5" rtl="0">
              <a:spcBef>
                <a:spcPts val="0"/>
              </a:spcBef>
              <a:spcAft>
                <a:spcPts val="0"/>
              </a:spcAft>
              <a:buSzPts val="3000"/>
              <a:buFont typeface="Aldrich"/>
              <a:buNone/>
              <a:defRPr>
                <a:latin typeface="Aldrich"/>
                <a:ea typeface="Aldrich"/>
                <a:cs typeface="Aldrich"/>
                <a:sym typeface="Aldrich"/>
              </a:defRPr>
            </a:lvl6pPr>
            <a:lvl7pPr lvl="6" rtl="0">
              <a:spcBef>
                <a:spcPts val="0"/>
              </a:spcBef>
              <a:spcAft>
                <a:spcPts val="0"/>
              </a:spcAft>
              <a:buSzPts val="3000"/>
              <a:buFont typeface="Aldrich"/>
              <a:buNone/>
              <a:defRPr>
                <a:latin typeface="Aldrich"/>
                <a:ea typeface="Aldrich"/>
                <a:cs typeface="Aldrich"/>
                <a:sym typeface="Aldrich"/>
              </a:defRPr>
            </a:lvl7pPr>
            <a:lvl8pPr lvl="7" rtl="0">
              <a:spcBef>
                <a:spcPts val="0"/>
              </a:spcBef>
              <a:spcAft>
                <a:spcPts val="0"/>
              </a:spcAft>
              <a:buSzPts val="3000"/>
              <a:buFont typeface="Aldrich"/>
              <a:buNone/>
              <a:defRPr>
                <a:latin typeface="Aldrich"/>
                <a:ea typeface="Aldrich"/>
                <a:cs typeface="Aldrich"/>
                <a:sym typeface="Aldrich"/>
              </a:defRPr>
            </a:lvl8pPr>
            <a:lvl9pPr lvl="8" rtl="0">
              <a:spcBef>
                <a:spcPts val="0"/>
              </a:spcBef>
              <a:spcAft>
                <a:spcPts val="0"/>
              </a:spcAft>
              <a:buSzPts val="3000"/>
              <a:buFont typeface="Aldrich"/>
              <a:buNone/>
              <a:defRPr>
                <a:latin typeface="Aldrich"/>
                <a:ea typeface="Aldrich"/>
                <a:cs typeface="Aldrich"/>
                <a:sym typeface="Aldrich"/>
              </a:defRPr>
            </a:lvl9pPr>
          </a:lstStyle>
          <a:p/>
        </p:txBody>
      </p:sp>
      <p:grpSp>
        <p:nvGrpSpPr>
          <p:cNvPr id="61" name="Google Shape;61;p5"/>
          <p:cNvGrpSpPr/>
          <p:nvPr/>
        </p:nvGrpSpPr>
        <p:grpSpPr>
          <a:xfrm>
            <a:off x="496925" y="1007751"/>
            <a:ext cx="8150150" cy="3215250"/>
            <a:chOff x="496925" y="1007751"/>
            <a:chExt cx="8150150" cy="3215250"/>
          </a:xfrm>
        </p:grpSpPr>
        <p:sp>
          <p:nvSpPr>
            <p:cNvPr id="62" name="Google Shape;62;p5"/>
            <p:cNvSpPr txBox="1"/>
            <p:nvPr/>
          </p:nvSpPr>
          <p:spPr>
            <a:xfrm>
              <a:off x="8430775" y="10077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1100101010101110</a:t>
              </a:r>
              <a:endParaRPr sz="1000">
                <a:solidFill>
                  <a:schemeClr val="dk1"/>
                </a:solidFill>
                <a:latin typeface="Open Sans"/>
                <a:ea typeface="Open Sans"/>
                <a:cs typeface="Open Sans"/>
                <a:sym typeface="Open Sans"/>
              </a:endParaRPr>
            </a:p>
          </p:txBody>
        </p:sp>
        <p:sp>
          <p:nvSpPr>
            <p:cNvPr id="63" name="Google Shape;63;p5"/>
            <p:cNvSpPr txBox="1"/>
            <p:nvPr/>
          </p:nvSpPr>
          <p:spPr>
            <a:xfrm>
              <a:off x="496925" y="1665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101010111000111</a:t>
              </a:r>
              <a:endParaRPr sz="1000">
                <a:solidFill>
                  <a:schemeClr val="dk1"/>
                </a:solidFill>
                <a:latin typeface="Open Sans"/>
                <a:ea typeface="Open Sans"/>
                <a:cs typeface="Open Sans"/>
                <a:sym typeface="Open Sans"/>
              </a:endParaRPr>
            </a:p>
            <a:p>
              <a:pPr indent="0" lvl="0" marL="0" rtl="0" algn="ctr">
                <a:spcBef>
                  <a:spcPts val="0"/>
                </a:spcBef>
                <a:spcAft>
                  <a:spcPts val="0"/>
                </a:spcAft>
                <a:buNone/>
              </a:pPr>
              <a:r>
                <a:rPr lang="en" sz="1000">
                  <a:solidFill>
                    <a:schemeClr val="dk1"/>
                  </a:solidFill>
                  <a:latin typeface="Open Sans"/>
                  <a:ea typeface="Open Sans"/>
                  <a:cs typeface="Open Sans"/>
                  <a:sym typeface="Open Sans"/>
                </a:rPr>
                <a:t>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grpSp>
        <p:nvGrpSpPr>
          <p:cNvPr id="65" name="Google Shape;65;p6"/>
          <p:cNvGrpSpPr/>
          <p:nvPr/>
        </p:nvGrpSpPr>
        <p:grpSpPr>
          <a:xfrm>
            <a:off x="346800" y="255600"/>
            <a:ext cx="8450400" cy="4632300"/>
            <a:chOff x="346800" y="255600"/>
            <a:chExt cx="8450400" cy="4632300"/>
          </a:xfrm>
        </p:grpSpPr>
        <p:sp>
          <p:nvSpPr>
            <p:cNvPr id="66" name="Google Shape;66;p6"/>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 name="Google Shape;67;p6"/>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68" name="Google Shape;68;p6"/>
            <p:cNvGrpSpPr/>
            <p:nvPr/>
          </p:nvGrpSpPr>
          <p:grpSpPr>
            <a:xfrm>
              <a:off x="8111150" y="433000"/>
              <a:ext cx="426200" cy="106500"/>
              <a:chOff x="1739575" y="4109150"/>
              <a:chExt cx="426200" cy="106500"/>
            </a:xfrm>
          </p:grpSpPr>
          <p:sp>
            <p:nvSpPr>
              <p:cNvPr id="69" name="Google Shape;69;p6"/>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0" name="Google Shape;70;p6"/>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1" name="Google Shape;71;p6"/>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72" name="Google Shape;72;p6"/>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3" name="Google Shape;73;p6"/>
          <p:cNvGrpSpPr/>
          <p:nvPr/>
        </p:nvGrpSpPr>
        <p:grpSpPr>
          <a:xfrm>
            <a:off x="496925" y="855351"/>
            <a:ext cx="8150150" cy="3748650"/>
            <a:chOff x="496925" y="855351"/>
            <a:chExt cx="8150150" cy="3748650"/>
          </a:xfrm>
        </p:grpSpPr>
        <p:sp>
          <p:nvSpPr>
            <p:cNvPr id="74" name="Google Shape;74;p6"/>
            <p:cNvSpPr txBox="1"/>
            <p:nvPr/>
          </p:nvSpPr>
          <p:spPr>
            <a:xfrm>
              <a:off x="8430775" y="8553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1010010101001010</a:t>
              </a:r>
              <a:endParaRPr sz="1000">
                <a:solidFill>
                  <a:schemeClr val="dk1"/>
                </a:solidFill>
                <a:latin typeface="Open Sans"/>
                <a:ea typeface="Open Sans"/>
                <a:cs typeface="Open Sans"/>
                <a:sym typeface="Open Sans"/>
              </a:endParaRPr>
            </a:p>
          </p:txBody>
        </p:sp>
        <p:sp>
          <p:nvSpPr>
            <p:cNvPr id="75" name="Google Shape;75;p6"/>
            <p:cNvSpPr txBox="1"/>
            <p:nvPr/>
          </p:nvSpPr>
          <p:spPr>
            <a:xfrm>
              <a:off x="496925" y="2046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1001010101010100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grpSp>
        <p:nvGrpSpPr>
          <p:cNvPr id="77" name="Google Shape;77;p7"/>
          <p:cNvGrpSpPr/>
          <p:nvPr/>
        </p:nvGrpSpPr>
        <p:grpSpPr>
          <a:xfrm>
            <a:off x="346800" y="255600"/>
            <a:ext cx="8450400" cy="4632300"/>
            <a:chOff x="346800" y="255600"/>
            <a:chExt cx="8450400" cy="4632300"/>
          </a:xfrm>
        </p:grpSpPr>
        <p:sp>
          <p:nvSpPr>
            <p:cNvPr id="78" name="Google Shape;78;p7"/>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 name="Google Shape;79;p7"/>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80" name="Google Shape;80;p7"/>
            <p:cNvGrpSpPr/>
            <p:nvPr/>
          </p:nvGrpSpPr>
          <p:grpSpPr>
            <a:xfrm>
              <a:off x="8111150" y="433000"/>
              <a:ext cx="426200" cy="106500"/>
              <a:chOff x="1739575" y="4109150"/>
              <a:chExt cx="426200" cy="106500"/>
            </a:xfrm>
          </p:grpSpPr>
          <p:sp>
            <p:nvSpPr>
              <p:cNvPr id="81" name="Google Shape;81;p7"/>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2" name="Google Shape;82;p7"/>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3" name="Google Shape;83;p7"/>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84" name="Google Shape;84;p7"/>
          <p:cNvSpPr txBox="1"/>
          <p:nvPr>
            <p:ph type="title"/>
          </p:nvPr>
        </p:nvSpPr>
        <p:spPr>
          <a:xfrm>
            <a:off x="713225" y="885888"/>
            <a:ext cx="4294800" cy="10020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5" name="Google Shape;85;p7"/>
          <p:cNvSpPr txBox="1"/>
          <p:nvPr>
            <p:ph idx="1" type="subTitle"/>
          </p:nvPr>
        </p:nvSpPr>
        <p:spPr>
          <a:xfrm>
            <a:off x="713225" y="1887913"/>
            <a:ext cx="4294800" cy="267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1000"/>
              </a:spcBef>
              <a:spcAft>
                <a:spcPts val="0"/>
              </a:spcAft>
              <a:buClr>
                <a:srgbClr val="E76A28"/>
              </a:buClr>
              <a:buSzPts val="1200"/>
              <a:buChar char="○"/>
              <a:defRPr/>
            </a:lvl2pPr>
            <a:lvl3pPr lvl="2" rtl="0" algn="ctr">
              <a:lnSpc>
                <a:spcPct val="100000"/>
              </a:lnSpc>
              <a:spcBef>
                <a:spcPts val="1600"/>
              </a:spcBef>
              <a:spcAft>
                <a:spcPts val="0"/>
              </a:spcAft>
              <a:buClr>
                <a:srgbClr val="E76A28"/>
              </a:buClr>
              <a:buSzPts val="1200"/>
              <a:buChar char="■"/>
              <a:defRPr/>
            </a:lvl3pPr>
            <a:lvl4pPr lvl="3" rtl="0" algn="ctr">
              <a:lnSpc>
                <a:spcPct val="100000"/>
              </a:lnSpc>
              <a:spcBef>
                <a:spcPts val="1600"/>
              </a:spcBef>
              <a:spcAft>
                <a:spcPts val="0"/>
              </a:spcAft>
              <a:buClr>
                <a:srgbClr val="E76A28"/>
              </a:buClr>
              <a:buSzPts val="1200"/>
              <a:buChar char="●"/>
              <a:defRPr/>
            </a:lvl4pPr>
            <a:lvl5pPr lvl="4" rtl="0" algn="ctr">
              <a:lnSpc>
                <a:spcPct val="100000"/>
              </a:lnSpc>
              <a:spcBef>
                <a:spcPts val="1600"/>
              </a:spcBef>
              <a:spcAft>
                <a:spcPts val="0"/>
              </a:spcAft>
              <a:buClr>
                <a:srgbClr val="E76A28"/>
              </a:buClr>
              <a:buSzPts val="1200"/>
              <a:buChar char="○"/>
              <a:defRPr/>
            </a:lvl5pPr>
            <a:lvl6pPr lvl="5" rtl="0" algn="ctr">
              <a:lnSpc>
                <a:spcPct val="100000"/>
              </a:lnSpc>
              <a:spcBef>
                <a:spcPts val="1600"/>
              </a:spcBef>
              <a:spcAft>
                <a:spcPts val="0"/>
              </a:spcAft>
              <a:buClr>
                <a:srgbClr val="999999"/>
              </a:buClr>
              <a:buSzPts val="1200"/>
              <a:buChar char="■"/>
              <a:defRPr/>
            </a:lvl6pPr>
            <a:lvl7pPr lvl="6" rtl="0" algn="ctr">
              <a:lnSpc>
                <a:spcPct val="100000"/>
              </a:lnSpc>
              <a:spcBef>
                <a:spcPts val="1600"/>
              </a:spcBef>
              <a:spcAft>
                <a:spcPts val="0"/>
              </a:spcAft>
              <a:buClr>
                <a:srgbClr val="999999"/>
              </a:buClr>
              <a:buSzPts val="1200"/>
              <a:buChar char="●"/>
              <a:defRPr/>
            </a:lvl7pPr>
            <a:lvl8pPr lvl="7" rtl="0" algn="ctr">
              <a:lnSpc>
                <a:spcPct val="100000"/>
              </a:lnSpc>
              <a:spcBef>
                <a:spcPts val="1600"/>
              </a:spcBef>
              <a:spcAft>
                <a:spcPts val="0"/>
              </a:spcAft>
              <a:buClr>
                <a:srgbClr val="999999"/>
              </a:buClr>
              <a:buSzPts val="1200"/>
              <a:buChar char="○"/>
              <a:defRPr/>
            </a:lvl8pPr>
            <a:lvl9pPr lvl="8" rtl="0" algn="ctr">
              <a:lnSpc>
                <a:spcPct val="100000"/>
              </a:lnSpc>
              <a:spcBef>
                <a:spcPts val="1600"/>
              </a:spcBef>
              <a:spcAft>
                <a:spcPts val="1600"/>
              </a:spcAft>
              <a:buClr>
                <a:srgbClr val="999999"/>
              </a:buClr>
              <a:buSzPts val="1200"/>
              <a:buChar char="■"/>
              <a:defRPr/>
            </a:lvl9pPr>
          </a:lstStyle>
          <a:p/>
        </p:txBody>
      </p:sp>
      <p:sp>
        <p:nvSpPr>
          <p:cNvPr id="86" name="Google Shape;86;p7"/>
          <p:cNvSpPr/>
          <p:nvPr>
            <p:ph idx="2" type="pic"/>
          </p:nvPr>
        </p:nvSpPr>
        <p:spPr>
          <a:xfrm>
            <a:off x="5237825" y="1001375"/>
            <a:ext cx="2818200" cy="3295800"/>
          </a:xfrm>
          <a:prstGeom prst="rect">
            <a:avLst/>
          </a:prstGeom>
          <a:noFill/>
          <a:ln cap="flat" cmpd="sng" w="9525">
            <a:solidFill>
              <a:schemeClr val="dk1"/>
            </a:solidFill>
            <a:prstDash val="solid"/>
            <a:round/>
            <a:headEnd len="sm" w="sm" type="none"/>
            <a:tailEnd len="sm" w="sm" type="none"/>
          </a:ln>
        </p:spPr>
      </p:sp>
      <p:grpSp>
        <p:nvGrpSpPr>
          <p:cNvPr id="87" name="Google Shape;87;p7"/>
          <p:cNvGrpSpPr/>
          <p:nvPr/>
        </p:nvGrpSpPr>
        <p:grpSpPr>
          <a:xfrm>
            <a:off x="496925" y="855351"/>
            <a:ext cx="8150150" cy="3748650"/>
            <a:chOff x="496925" y="855351"/>
            <a:chExt cx="8150150" cy="3748650"/>
          </a:xfrm>
        </p:grpSpPr>
        <p:sp>
          <p:nvSpPr>
            <p:cNvPr id="88" name="Google Shape;88;p7"/>
            <p:cNvSpPr txBox="1"/>
            <p:nvPr/>
          </p:nvSpPr>
          <p:spPr>
            <a:xfrm>
              <a:off x="8430775" y="8553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1010010101001010</a:t>
              </a:r>
              <a:endParaRPr sz="1000">
                <a:solidFill>
                  <a:schemeClr val="dk1"/>
                </a:solidFill>
                <a:latin typeface="Open Sans"/>
                <a:ea typeface="Open Sans"/>
                <a:cs typeface="Open Sans"/>
                <a:sym typeface="Open Sans"/>
              </a:endParaRPr>
            </a:p>
          </p:txBody>
        </p:sp>
        <p:sp>
          <p:nvSpPr>
            <p:cNvPr id="89" name="Google Shape;89;p7"/>
            <p:cNvSpPr txBox="1"/>
            <p:nvPr/>
          </p:nvSpPr>
          <p:spPr>
            <a:xfrm>
              <a:off x="496925" y="2046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1001010101010100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0" name="Shape 90"/>
        <p:cNvGrpSpPr/>
        <p:nvPr/>
      </p:nvGrpSpPr>
      <p:grpSpPr>
        <a:xfrm>
          <a:off x="0" y="0"/>
          <a:ext cx="0" cy="0"/>
          <a:chOff x="0" y="0"/>
          <a:chExt cx="0" cy="0"/>
        </a:xfrm>
      </p:grpSpPr>
      <p:grpSp>
        <p:nvGrpSpPr>
          <p:cNvPr id="91" name="Google Shape;91;p8"/>
          <p:cNvGrpSpPr/>
          <p:nvPr/>
        </p:nvGrpSpPr>
        <p:grpSpPr>
          <a:xfrm>
            <a:off x="346800" y="255600"/>
            <a:ext cx="8450400" cy="4632300"/>
            <a:chOff x="346800" y="255600"/>
            <a:chExt cx="8450400" cy="4632300"/>
          </a:xfrm>
        </p:grpSpPr>
        <p:sp>
          <p:nvSpPr>
            <p:cNvPr id="92" name="Google Shape;92;p8"/>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3" name="Google Shape;93;p8"/>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94" name="Google Shape;94;p8"/>
            <p:cNvGrpSpPr/>
            <p:nvPr/>
          </p:nvGrpSpPr>
          <p:grpSpPr>
            <a:xfrm>
              <a:off x="8111150" y="433000"/>
              <a:ext cx="426200" cy="106500"/>
              <a:chOff x="1739575" y="4109150"/>
              <a:chExt cx="426200" cy="106500"/>
            </a:xfrm>
          </p:grpSpPr>
          <p:sp>
            <p:nvSpPr>
              <p:cNvPr id="95" name="Google Shape;95;p8"/>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6" name="Google Shape;96;p8"/>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7" name="Google Shape;97;p8"/>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98" name="Google Shape;98;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9" name="Shape 99"/>
        <p:cNvGrpSpPr/>
        <p:nvPr/>
      </p:nvGrpSpPr>
      <p:grpSpPr>
        <a:xfrm>
          <a:off x="0" y="0"/>
          <a:ext cx="0" cy="0"/>
          <a:chOff x="0" y="0"/>
          <a:chExt cx="0" cy="0"/>
        </a:xfrm>
      </p:grpSpPr>
      <p:grpSp>
        <p:nvGrpSpPr>
          <p:cNvPr id="100" name="Google Shape;100;p9"/>
          <p:cNvGrpSpPr/>
          <p:nvPr/>
        </p:nvGrpSpPr>
        <p:grpSpPr>
          <a:xfrm>
            <a:off x="346800" y="255600"/>
            <a:ext cx="8450400" cy="4632300"/>
            <a:chOff x="346800" y="255600"/>
            <a:chExt cx="8450400" cy="4632300"/>
          </a:xfrm>
        </p:grpSpPr>
        <p:sp>
          <p:nvSpPr>
            <p:cNvPr id="101" name="Google Shape;101;p9"/>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2" name="Google Shape;102;p9"/>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03" name="Google Shape;103;p9"/>
            <p:cNvGrpSpPr/>
            <p:nvPr/>
          </p:nvGrpSpPr>
          <p:grpSpPr>
            <a:xfrm>
              <a:off x="8111150" y="433000"/>
              <a:ext cx="426200" cy="106500"/>
              <a:chOff x="1739575" y="4109150"/>
              <a:chExt cx="426200" cy="106500"/>
            </a:xfrm>
          </p:grpSpPr>
          <p:sp>
            <p:nvSpPr>
              <p:cNvPr id="104" name="Google Shape;104;p9"/>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5" name="Google Shape;105;p9"/>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6" name="Google Shape;106;p9"/>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07" name="Google Shape;107;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08" name="Google Shape;108;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sp>
        <p:nvSpPr>
          <p:cNvPr id="110" name="Google Shape;110;p10"/>
          <p:cNvSpPr/>
          <p:nvPr>
            <p:ph idx="2" type="pic"/>
          </p:nvPr>
        </p:nvSpPr>
        <p:spPr>
          <a:xfrm>
            <a:off x="0" y="-14875"/>
            <a:ext cx="9144000" cy="5158500"/>
          </a:xfrm>
          <a:prstGeom prst="rect">
            <a:avLst/>
          </a:prstGeom>
          <a:noFill/>
          <a:ln>
            <a:noFill/>
          </a:ln>
        </p:spPr>
      </p:sp>
      <p:sp>
        <p:nvSpPr>
          <p:cNvPr id="111" name="Google Shape;111;p10"/>
          <p:cNvSpPr txBox="1"/>
          <p:nvPr>
            <p:ph type="title"/>
          </p:nvPr>
        </p:nvSpPr>
        <p:spPr>
          <a:xfrm>
            <a:off x="926200" y="681525"/>
            <a:ext cx="2705100" cy="11181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2800"/>
              <a:buNone/>
              <a:defRPr sz="1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2" name="Shape 112"/>
        <p:cNvGrpSpPr/>
        <p:nvPr/>
      </p:nvGrpSpPr>
      <p:grpSpPr>
        <a:xfrm>
          <a:off x="0" y="0"/>
          <a:ext cx="0" cy="0"/>
          <a:chOff x="0" y="0"/>
          <a:chExt cx="0" cy="0"/>
        </a:xfrm>
      </p:grpSpPr>
      <p:grpSp>
        <p:nvGrpSpPr>
          <p:cNvPr id="113" name="Google Shape;113;p11"/>
          <p:cNvGrpSpPr/>
          <p:nvPr/>
        </p:nvGrpSpPr>
        <p:grpSpPr>
          <a:xfrm>
            <a:off x="346800" y="255600"/>
            <a:ext cx="8450400" cy="4632300"/>
            <a:chOff x="346800" y="255600"/>
            <a:chExt cx="8450400" cy="4632300"/>
          </a:xfrm>
        </p:grpSpPr>
        <p:sp>
          <p:nvSpPr>
            <p:cNvPr id="114" name="Google Shape;114;p11"/>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5" name="Google Shape;115;p11"/>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16" name="Google Shape;116;p11"/>
            <p:cNvGrpSpPr/>
            <p:nvPr/>
          </p:nvGrpSpPr>
          <p:grpSpPr>
            <a:xfrm>
              <a:off x="8111150" y="433000"/>
              <a:ext cx="426200" cy="106500"/>
              <a:chOff x="1739575" y="4109150"/>
              <a:chExt cx="426200" cy="106500"/>
            </a:xfrm>
          </p:grpSpPr>
          <p:sp>
            <p:nvSpPr>
              <p:cNvPr id="117" name="Google Shape;117;p11"/>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8" name="Google Shape;118;p11"/>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9" name="Google Shape;119;p11"/>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20" name="Google Shape;120;p11"/>
          <p:cNvSpPr txBox="1"/>
          <p:nvPr>
            <p:ph hasCustomPrompt="1" type="title"/>
          </p:nvPr>
        </p:nvSpPr>
        <p:spPr>
          <a:xfrm>
            <a:off x="1226113" y="1953600"/>
            <a:ext cx="3731700" cy="1152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1" name="Google Shape;121;p11"/>
          <p:cNvSpPr txBox="1"/>
          <p:nvPr>
            <p:ph idx="1" type="subTitle"/>
          </p:nvPr>
        </p:nvSpPr>
        <p:spPr>
          <a:xfrm>
            <a:off x="4404250" y="2898325"/>
            <a:ext cx="3513600" cy="10440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122" name="Google Shape;122;p11"/>
          <p:cNvGrpSpPr/>
          <p:nvPr/>
        </p:nvGrpSpPr>
        <p:grpSpPr>
          <a:xfrm>
            <a:off x="496925" y="1007751"/>
            <a:ext cx="8150150" cy="3215250"/>
            <a:chOff x="496925" y="1007751"/>
            <a:chExt cx="8150150" cy="3215250"/>
          </a:xfrm>
        </p:grpSpPr>
        <p:sp>
          <p:nvSpPr>
            <p:cNvPr id="123" name="Google Shape;123;p11"/>
            <p:cNvSpPr txBox="1"/>
            <p:nvPr/>
          </p:nvSpPr>
          <p:spPr>
            <a:xfrm>
              <a:off x="8430775" y="10077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1100101010101110</a:t>
              </a:r>
              <a:endParaRPr sz="1000">
                <a:solidFill>
                  <a:schemeClr val="dk1"/>
                </a:solidFill>
                <a:latin typeface="Open Sans"/>
                <a:ea typeface="Open Sans"/>
                <a:cs typeface="Open Sans"/>
                <a:sym typeface="Open Sans"/>
              </a:endParaRPr>
            </a:p>
          </p:txBody>
        </p:sp>
        <p:sp>
          <p:nvSpPr>
            <p:cNvPr id="124" name="Google Shape;124;p11"/>
            <p:cNvSpPr txBox="1"/>
            <p:nvPr/>
          </p:nvSpPr>
          <p:spPr>
            <a:xfrm>
              <a:off x="496925" y="1665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101010111000111</a:t>
              </a:r>
              <a:endParaRPr sz="1000">
                <a:solidFill>
                  <a:schemeClr val="dk1"/>
                </a:solidFill>
                <a:latin typeface="Open Sans"/>
                <a:ea typeface="Open Sans"/>
                <a:cs typeface="Open Sans"/>
                <a:sym typeface="Open Sans"/>
              </a:endParaRPr>
            </a:p>
            <a:p>
              <a:pPr indent="0" lvl="0" marL="0" rtl="0" algn="ctr">
                <a:spcBef>
                  <a:spcPts val="0"/>
                </a:spcBef>
                <a:spcAft>
                  <a:spcPts val="0"/>
                </a:spcAft>
                <a:buNone/>
              </a:pPr>
              <a:r>
                <a:rPr lang="en" sz="1000">
                  <a:solidFill>
                    <a:schemeClr val="dk1"/>
                  </a:solidFill>
                  <a:latin typeface="Open Sans"/>
                  <a:ea typeface="Open Sans"/>
                  <a:cs typeface="Open Sans"/>
                  <a:sym typeface="Open Sans"/>
                </a:rPr>
                <a:t>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25" name="Shape 12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6" name="Shape 126"/>
        <p:cNvGrpSpPr/>
        <p:nvPr/>
      </p:nvGrpSpPr>
      <p:grpSpPr>
        <a:xfrm>
          <a:off x="0" y="0"/>
          <a:ext cx="0" cy="0"/>
          <a:chOff x="0" y="0"/>
          <a:chExt cx="0" cy="0"/>
        </a:xfrm>
      </p:grpSpPr>
      <p:grpSp>
        <p:nvGrpSpPr>
          <p:cNvPr id="127" name="Google Shape;127;p13"/>
          <p:cNvGrpSpPr/>
          <p:nvPr/>
        </p:nvGrpSpPr>
        <p:grpSpPr>
          <a:xfrm>
            <a:off x="346800" y="255600"/>
            <a:ext cx="8450400" cy="4632300"/>
            <a:chOff x="346800" y="255600"/>
            <a:chExt cx="8450400" cy="4632300"/>
          </a:xfrm>
        </p:grpSpPr>
        <p:sp>
          <p:nvSpPr>
            <p:cNvPr id="128" name="Google Shape;128;p13"/>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9" name="Google Shape;129;p13"/>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30" name="Google Shape;130;p13"/>
            <p:cNvGrpSpPr/>
            <p:nvPr/>
          </p:nvGrpSpPr>
          <p:grpSpPr>
            <a:xfrm>
              <a:off x="8111150" y="433000"/>
              <a:ext cx="426200" cy="106500"/>
              <a:chOff x="1739575" y="4109150"/>
              <a:chExt cx="426200" cy="106500"/>
            </a:xfrm>
          </p:grpSpPr>
          <p:sp>
            <p:nvSpPr>
              <p:cNvPr id="131" name="Google Shape;131;p13"/>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2" name="Google Shape;132;p13"/>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3" name="Google Shape;133;p13"/>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34" name="Google Shape;134;p13"/>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3000"/>
              <a:buFont typeface="Aldrich"/>
              <a:buNone/>
              <a:defRPr>
                <a:latin typeface="Aldrich"/>
                <a:ea typeface="Aldrich"/>
                <a:cs typeface="Aldrich"/>
                <a:sym typeface="Aldrich"/>
              </a:defRPr>
            </a:lvl2pPr>
            <a:lvl3pPr lvl="2" rtl="0">
              <a:spcBef>
                <a:spcPts val="0"/>
              </a:spcBef>
              <a:spcAft>
                <a:spcPts val="0"/>
              </a:spcAft>
              <a:buSzPts val="3000"/>
              <a:buFont typeface="Aldrich"/>
              <a:buNone/>
              <a:defRPr>
                <a:latin typeface="Aldrich"/>
                <a:ea typeface="Aldrich"/>
                <a:cs typeface="Aldrich"/>
                <a:sym typeface="Aldrich"/>
              </a:defRPr>
            </a:lvl3pPr>
            <a:lvl4pPr lvl="3" rtl="0">
              <a:spcBef>
                <a:spcPts val="0"/>
              </a:spcBef>
              <a:spcAft>
                <a:spcPts val="0"/>
              </a:spcAft>
              <a:buSzPts val="3000"/>
              <a:buFont typeface="Aldrich"/>
              <a:buNone/>
              <a:defRPr>
                <a:latin typeface="Aldrich"/>
                <a:ea typeface="Aldrich"/>
                <a:cs typeface="Aldrich"/>
                <a:sym typeface="Aldrich"/>
              </a:defRPr>
            </a:lvl4pPr>
            <a:lvl5pPr lvl="4" rtl="0">
              <a:spcBef>
                <a:spcPts val="0"/>
              </a:spcBef>
              <a:spcAft>
                <a:spcPts val="0"/>
              </a:spcAft>
              <a:buSzPts val="3000"/>
              <a:buFont typeface="Aldrich"/>
              <a:buNone/>
              <a:defRPr>
                <a:latin typeface="Aldrich"/>
                <a:ea typeface="Aldrich"/>
                <a:cs typeface="Aldrich"/>
                <a:sym typeface="Aldrich"/>
              </a:defRPr>
            </a:lvl5pPr>
            <a:lvl6pPr lvl="5" rtl="0">
              <a:spcBef>
                <a:spcPts val="0"/>
              </a:spcBef>
              <a:spcAft>
                <a:spcPts val="0"/>
              </a:spcAft>
              <a:buSzPts val="3000"/>
              <a:buFont typeface="Aldrich"/>
              <a:buNone/>
              <a:defRPr>
                <a:latin typeface="Aldrich"/>
                <a:ea typeface="Aldrich"/>
                <a:cs typeface="Aldrich"/>
                <a:sym typeface="Aldrich"/>
              </a:defRPr>
            </a:lvl6pPr>
            <a:lvl7pPr lvl="6" rtl="0">
              <a:spcBef>
                <a:spcPts val="0"/>
              </a:spcBef>
              <a:spcAft>
                <a:spcPts val="0"/>
              </a:spcAft>
              <a:buSzPts val="3000"/>
              <a:buFont typeface="Aldrich"/>
              <a:buNone/>
              <a:defRPr>
                <a:latin typeface="Aldrich"/>
                <a:ea typeface="Aldrich"/>
                <a:cs typeface="Aldrich"/>
                <a:sym typeface="Aldrich"/>
              </a:defRPr>
            </a:lvl7pPr>
            <a:lvl8pPr lvl="7" rtl="0">
              <a:spcBef>
                <a:spcPts val="0"/>
              </a:spcBef>
              <a:spcAft>
                <a:spcPts val="0"/>
              </a:spcAft>
              <a:buSzPts val="3000"/>
              <a:buFont typeface="Aldrich"/>
              <a:buNone/>
              <a:defRPr>
                <a:latin typeface="Aldrich"/>
                <a:ea typeface="Aldrich"/>
                <a:cs typeface="Aldrich"/>
                <a:sym typeface="Aldrich"/>
              </a:defRPr>
            </a:lvl8pPr>
            <a:lvl9pPr lvl="8" rtl="0">
              <a:spcBef>
                <a:spcPts val="0"/>
              </a:spcBef>
              <a:spcAft>
                <a:spcPts val="0"/>
              </a:spcAft>
              <a:buSzPts val="3000"/>
              <a:buFont typeface="Aldrich"/>
              <a:buNone/>
              <a:defRPr>
                <a:latin typeface="Aldrich"/>
                <a:ea typeface="Aldrich"/>
                <a:cs typeface="Aldrich"/>
                <a:sym typeface="Aldrich"/>
              </a:defRPr>
            </a:lvl9pPr>
          </a:lstStyle>
          <a:p/>
        </p:txBody>
      </p:sp>
      <p:sp>
        <p:nvSpPr>
          <p:cNvPr id="135" name="Google Shape;135;p13"/>
          <p:cNvSpPr txBox="1"/>
          <p:nvPr>
            <p:ph hasCustomPrompt="1" idx="2" type="title"/>
          </p:nvPr>
        </p:nvSpPr>
        <p:spPr>
          <a:xfrm>
            <a:off x="1589400" y="1808550"/>
            <a:ext cx="8130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Font typeface="Aldrich"/>
              <a:buNone/>
              <a:defRPr sz="3000">
                <a:latin typeface="Aldrich"/>
                <a:ea typeface="Aldrich"/>
                <a:cs typeface="Aldrich"/>
                <a:sym typeface="Aldrich"/>
              </a:defRPr>
            </a:lvl2pPr>
            <a:lvl3pPr lvl="2" rtl="0">
              <a:spcBef>
                <a:spcPts val="0"/>
              </a:spcBef>
              <a:spcAft>
                <a:spcPts val="0"/>
              </a:spcAft>
              <a:buSzPts val="3000"/>
              <a:buFont typeface="Aldrich"/>
              <a:buNone/>
              <a:defRPr sz="3000">
                <a:latin typeface="Aldrich"/>
                <a:ea typeface="Aldrich"/>
                <a:cs typeface="Aldrich"/>
                <a:sym typeface="Aldrich"/>
              </a:defRPr>
            </a:lvl3pPr>
            <a:lvl4pPr lvl="3" rtl="0">
              <a:spcBef>
                <a:spcPts val="0"/>
              </a:spcBef>
              <a:spcAft>
                <a:spcPts val="0"/>
              </a:spcAft>
              <a:buSzPts val="3000"/>
              <a:buFont typeface="Aldrich"/>
              <a:buNone/>
              <a:defRPr sz="3000">
                <a:latin typeface="Aldrich"/>
                <a:ea typeface="Aldrich"/>
                <a:cs typeface="Aldrich"/>
                <a:sym typeface="Aldrich"/>
              </a:defRPr>
            </a:lvl4pPr>
            <a:lvl5pPr lvl="4" rtl="0">
              <a:spcBef>
                <a:spcPts val="0"/>
              </a:spcBef>
              <a:spcAft>
                <a:spcPts val="0"/>
              </a:spcAft>
              <a:buSzPts val="3000"/>
              <a:buFont typeface="Aldrich"/>
              <a:buNone/>
              <a:defRPr sz="3000">
                <a:latin typeface="Aldrich"/>
                <a:ea typeface="Aldrich"/>
                <a:cs typeface="Aldrich"/>
                <a:sym typeface="Aldrich"/>
              </a:defRPr>
            </a:lvl5pPr>
            <a:lvl6pPr lvl="5" rtl="0">
              <a:spcBef>
                <a:spcPts val="0"/>
              </a:spcBef>
              <a:spcAft>
                <a:spcPts val="0"/>
              </a:spcAft>
              <a:buSzPts val="3000"/>
              <a:buFont typeface="Aldrich"/>
              <a:buNone/>
              <a:defRPr sz="3000">
                <a:latin typeface="Aldrich"/>
                <a:ea typeface="Aldrich"/>
                <a:cs typeface="Aldrich"/>
                <a:sym typeface="Aldrich"/>
              </a:defRPr>
            </a:lvl6pPr>
            <a:lvl7pPr lvl="6" rtl="0">
              <a:spcBef>
                <a:spcPts val="0"/>
              </a:spcBef>
              <a:spcAft>
                <a:spcPts val="0"/>
              </a:spcAft>
              <a:buSzPts val="3000"/>
              <a:buFont typeface="Aldrich"/>
              <a:buNone/>
              <a:defRPr sz="3000">
                <a:latin typeface="Aldrich"/>
                <a:ea typeface="Aldrich"/>
                <a:cs typeface="Aldrich"/>
                <a:sym typeface="Aldrich"/>
              </a:defRPr>
            </a:lvl7pPr>
            <a:lvl8pPr lvl="7" rtl="0">
              <a:spcBef>
                <a:spcPts val="0"/>
              </a:spcBef>
              <a:spcAft>
                <a:spcPts val="0"/>
              </a:spcAft>
              <a:buSzPts val="3000"/>
              <a:buFont typeface="Aldrich"/>
              <a:buNone/>
              <a:defRPr sz="3000">
                <a:latin typeface="Aldrich"/>
                <a:ea typeface="Aldrich"/>
                <a:cs typeface="Aldrich"/>
                <a:sym typeface="Aldrich"/>
              </a:defRPr>
            </a:lvl8pPr>
            <a:lvl9pPr lvl="8" rtl="0">
              <a:spcBef>
                <a:spcPts val="0"/>
              </a:spcBef>
              <a:spcAft>
                <a:spcPts val="0"/>
              </a:spcAft>
              <a:buSzPts val="3000"/>
              <a:buFont typeface="Aldrich"/>
              <a:buNone/>
              <a:defRPr sz="3000">
                <a:latin typeface="Aldrich"/>
                <a:ea typeface="Aldrich"/>
                <a:cs typeface="Aldrich"/>
                <a:sym typeface="Aldrich"/>
              </a:defRPr>
            </a:lvl9pPr>
          </a:lstStyle>
          <a:p>
            <a:r>
              <a:t>xx%</a:t>
            </a:r>
          </a:p>
        </p:txBody>
      </p:sp>
      <p:sp>
        <p:nvSpPr>
          <p:cNvPr id="136" name="Google Shape;136;p13"/>
          <p:cNvSpPr txBox="1"/>
          <p:nvPr>
            <p:ph hasCustomPrompt="1" idx="3" type="title"/>
          </p:nvPr>
        </p:nvSpPr>
        <p:spPr>
          <a:xfrm>
            <a:off x="1589400" y="3219089"/>
            <a:ext cx="8130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Font typeface="Aldrich"/>
              <a:buNone/>
              <a:defRPr sz="3000">
                <a:latin typeface="Aldrich"/>
                <a:ea typeface="Aldrich"/>
                <a:cs typeface="Aldrich"/>
                <a:sym typeface="Aldrich"/>
              </a:defRPr>
            </a:lvl2pPr>
            <a:lvl3pPr lvl="2" rtl="0">
              <a:spcBef>
                <a:spcPts val="0"/>
              </a:spcBef>
              <a:spcAft>
                <a:spcPts val="0"/>
              </a:spcAft>
              <a:buSzPts val="3000"/>
              <a:buFont typeface="Aldrich"/>
              <a:buNone/>
              <a:defRPr sz="3000">
                <a:latin typeface="Aldrich"/>
                <a:ea typeface="Aldrich"/>
                <a:cs typeface="Aldrich"/>
                <a:sym typeface="Aldrich"/>
              </a:defRPr>
            </a:lvl3pPr>
            <a:lvl4pPr lvl="3" rtl="0">
              <a:spcBef>
                <a:spcPts val="0"/>
              </a:spcBef>
              <a:spcAft>
                <a:spcPts val="0"/>
              </a:spcAft>
              <a:buSzPts val="3000"/>
              <a:buFont typeface="Aldrich"/>
              <a:buNone/>
              <a:defRPr sz="3000">
                <a:latin typeface="Aldrich"/>
                <a:ea typeface="Aldrich"/>
                <a:cs typeface="Aldrich"/>
                <a:sym typeface="Aldrich"/>
              </a:defRPr>
            </a:lvl4pPr>
            <a:lvl5pPr lvl="4" rtl="0">
              <a:spcBef>
                <a:spcPts val="0"/>
              </a:spcBef>
              <a:spcAft>
                <a:spcPts val="0"/>
              </a:spcAft>
              <a:buSzPts val="3000"/>
              <a:buFont typeface="Aldrich"/>
              <a:buNone/>
              <a:defRPr sz="3000">
                <a:latin typeface="Aldrich"/>
                <a:ea typeface="Aldrich"/>
                <a:cs typeface="Aldrich"/>
                <a:sym typeface="Aldrich"/>
              </a:defRPr>
            </a:lvl5pPr>
            <a:lvl6pPr lvl="5" rtl="0">
              <a:spcBef>
                <a:spcPts val="0"/>
              </a:spcBef>
              <a:spcAft>
                <a:spcPts val="0"/>
              </a:spcAft>
              <a:buSzPts val="3000"/>
              <a:buFont typeface="Aldrich"/>
              <a:buNone/>
              <a:defRPr sz="3000">
                <a:latin typeface="Aldrich"/>
                <a:ea typeface="Aldrich"/>
                <a:cs typeface="Aldrich"/>
                <a:sym typeface="Aldrich"/>
              </a:defRPr>
            </a:lvl6pPr>
            <a:lvl7pPr lvl="6" rtl="0">
              <a:spcBef>
                <a:spcPts val="0"/>
              </a:spcBef>
              <a:spcAft>
                <a:spcPts val="0"/>
              </a:spcAft>
              <a:buSzPts val="3000"/>
              <a:buFont typeface="Aldrich"/>
              <a:buNone/>
              <a:defRPr sz="3000">
                <a:latin typeface="Aldrich"/>
                <a:ea typeface="Aldrich"/>
                <a:cs typeface="Aldrich"/>
                <a:sym typeface="Aldrich"/>
              </a:defRPr>
            </a:lvl7pPr>
            <a:lvl8pPr lvl="7" rtl="0">
              <a:spcBef>
                <a:spcPts val="0"/>
              </a:spcBef>
              <a:spcAft>
                <a:spcPts val="0"/>
              </a:spcAft>
              <a:buSzPts val="3000"/>
              <a:buFont typeface="Aldrich"/>
              <a:buNone/>
              <a:defRPr sz="3000">
                <a:latin typeface="Aldrich"/>
                <a:ea typeface="Aldrich"/>
                <a:cs typeface="Aldrich"/>
                <a:sym typeface="Aldrich"/>
              </a:defRPr>
            </a:lvl8pPr>
            <a:lvl9pPr lvl="8" rtl="0">
              <a:spcBef>
                <a:spcPts val="0"/>
              </a:spcBef>
              <a:spcAft>
                <a:spcPts val="0"/>
              </a:spcAft>
              <a:buSzPts val="3000"/>
              <a:buFont typeface="Aldrich"/>
              <a:buNone/>
              <a:defRPr sz="3000">
                <a:latin typeface="Aldrich"/>
                <a:ea typeface="Aldrich"/>
                <a:cs typeface="Aldrich"/>
                <a:sym typeface="Aldrich"/>
              </a:defRPr>
            </a:lvl9pPr>
          </a:lstStyle>
          <a:p>
            <a:r>
              <a:t>xx%</a:t>
            </a:r>
          </a:p>
        </p:txBody>
      </p:sp>
      <p:sp>
        <p:nvSpPr>
          <p:cNvPr id="137" name="Google Shape;137;p13"/>
          <p:cNvSpPr txBox="1"/>
          <p:nvPr>
            <p:ph hasCustomPrompt="1" idx="4" type="title"/>
          </p:nvPr>
        </p:nvSpPr>
        <p:spPr>
          <a:xfrm>
            <a:off x="4165428" y="1808550"/>
            <a:ext cx="8130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Font typeface="Aldrich"/>
              <a:buNone/>
              <a:defRPr sz="3000">
                <a:latin typeface="Aldrich"/>
                <a:ea typeface="Aldrich"/>
                <a:cs typeface="Aldrich"/>
                <a:sym typeface="Aldrich"/>
              </a:defRPr>
            </a:lvl2pPr>
            <a:lvl3pPr lvl="2" rtl="0">
              <a:spcBef>
                <a:spcPts val="0"/>
              </a:spcBef>
              <a:spcAft>
                <a:spcPts val="0"/>
              </a:spcAft>
              <a:buSzPts val="3000"/>
              <a:buFont typeface="Aldrich"/>
              <a:buNone/>
              <a:defRPr sz="3000">
                <a:latin typeface="Aldrich"/>
                <a:ea typeface="Aldrich"/>
                <a:cs typeface="Aldrich"/>
                <a:sym typeface="Aldrich"/>
              </a:defRPr>
            </a:lvl3pPr>
            <a:lvl4pPr lvl="3" rtl="0">
              <a:spcBef>
                <a:spcPts val="0"/>
              </a:spcBef>
              <a:spcAft>
                <a:spcPts val="0"/>
              </a:spcAft>
              <a:buSzPts val="3000"/>
              <a:buFont typeface="Aldrich"/>
              <a:buNone/>
              <a:defRPr sz="3000">
                <a:latin typeface="Aldrich"/>
                <a:ea typeface="Aldrich"/>
                <a:cs typeface="Aldrich"/>
                <a:sym typeface="Aldrich"/>
              </a:defRPr>
            </a:lvl4pPr>
            <a:lvl5pPr lvl="4" rtl="0">
              <a:spcBef>
                <a:spcPts val="0"/>
              </a:spcBef>
              <a:spcAft>
                <a:spcPts val="0"/>
              </a:spcAft>
              <a:buSzPts val="3000"/>
              <a:buFont typeface="Aldrich"/>
              <a:buNone/>
              <a:defRPr sz="3000">
                <a:latin typeface="Aldrich"/>
                <a:ea typeface="Aldrich"/>
                <a:cs typeface="Aldrich"/>
                <a:sym typeface="Aldrich"/>
              </a:defRPr>
            </a:lvl5pPr>
            <a:lvl6pPr lvl="5" rtl="0">
              <a:spcBef>
                <a:spcPts val="0"/>
              </a:spcBef>
              <a:spcAft>
                <a:spcPts val="0"/>
              </a:spcAft>
              <a:buSzPts val="3000"/>
              <a:buFont typeface="Aldrich"/>
              <a:buNone/>
              <a:defRPr sz="3000">
                <a:latin typeface="Aldrich"/>
                <a:ea typeface="Aldrich"/>
                <a:cs typeface="Aldrich"/>
                <a:sym typeface="Aldrich"/>
              </a:defRPr>
            </a:lvl6pPr>
            <a:lvl7pPr lvl="6" rtl="0">
              <a:spcBef>
                <a:spcPts val="0"/>
              </a:spcBef>
              <a:spcAft>
                <a:spcPts val="0"/>
              </a:spcAft>
              <a:buSzPts val="3000"/>
              <a:buFont typeface="Aldrich"/>
              <a:buNone/>
              <a:defRPr sz="3000">
                <a:latin typeface="Aldrich"/>
                <a:ea typeface="Aldrich"/>
                <a:cs typeface="Aldrich"/>
                <a:sym typeface="Aldrich"/>
              </a:defRPr>
            </a:lvl7pPr>
            <a:lvl8pPr lvl="7" rtl="0">
              <a:spcBef>
                <a:spcPts val="0"/>
              </a:spcBef>
              <a:spcAft>
                <a:spcPts val="0"/>
              </a:spcAft>
              <a:buSzPts val="3000"/>
              <a:buFont typeface="Aldrich"/>
              <a:buNone/>
              <a:defRPr sz="3000">
                <a:latin typeface="Aldrich"/>
                <a:ea typeface="Aldrich"/>
                <a:cs typeface="Aldrich"/>
                <a:sym typeface="Aldrich"/>
              </a:defRPr>
            </a:lvl8pPr>
            <a:lvl9pPr lvl="8" rtl="0">
              <a:spcBef>
                <a:spcPts val="0"/>
              </a:spcBef>
              <a:spcAft>
                <a:spcPts val="0"/>
              </a:spcAft>
              <a:buSzPts val="3000"/>
              <a:buFont typeface="Aldrich"/>
              <a:buNone/>
              <a:defRPr sz="3000">
                <a:latin typeface="Aldrich"/>
                <a:ea typeface="Aldrich"/>
                <a:cs typeface="Aldrich"/>
                <a:sym typeface="Aldrich"/>
              </a:defRPr>
            </a:lvl9pPr>
          </a:lstStyle>
          <a:p>
            <a:r>
              <a:t>xx%</a:t>
            </a:r>
          </a:p>
        </p:txBody>
      </p:sp>
      <p:sp>
        <p:nvSpPr>
          <p:cNvPr id="138" name="Google Shape;138;p13"/>
          <p:cNvSpPr txBox="1"/>
          <p:nvPr>
            <p:ph hasCustomPrompt="1" idx="5" type="title"/>
          </p:nvPr>
        </p:nvSpPr>
        <p:spPr>
          <a:xfrm>
            <a:off x="4165428" y="3219089"/>
            <a:ext cx="8130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Font typeface="Aldrich"/>
              <a:buNone/>
              <a:defRPr sz="3000">
                <a:latin typeface="Aldrich"/>
                <a:ea typeface="Aldrich"/>
                <a:cs typeface="Aldrich"/>
                <a:sym typeface="Aldrich"/>
              </a:defRPr>
            </a:lvl2pPr>
            <a:lvl3pPr lvl="2" rtl="0">
              <a:spcBef>
                <a:spcPts val="0"/>
              </a:spcBef>
              <a:spcAft>
                <a:spcPts val="0"/>
              </a:spcAft>
              <a:buSzPts val="3000"/>
              <a:buFont typeface="Aldrich"/>
              <a:buNone/>
              <a:defRPr sz="3000">
                <a:latin typeface="Aldrich"/>
                <a:ea typeface="Aldrich"/>
                <a:cs typeface="Aldrich"/>
                <a:sym typeface="Aldrich"/>
              </a:defRPr>
            </a:lvl3pPr>
            <a:lvl4pPr lvl="3" rtl="0">
              <a:spcBef>
                <a:spcPts val="0"/>
              </a:spcBef>
              <a:spcAft>
                <a:spcPts val="0"/>
              </a:spcAft>
              <a:buSzPts val="3000"/>
              <a:buFont typeface="Aldrich"/>
              <a:buNone/>
              <a:defRPr sz="3000">
                <a:latin typeface="Aldrich"/>
                <a:ea typeface="Aldrich"/>
                <a:cs typeface="Aldrich"/>
                <a:sym typeface="Aldrich"/>
              </a:defRPr>
            </a:lvl4pPr>
            <a:lvl5pPr lvl="4" rtl="0">
              <a:spcBef>
                <a:spcPts val="0"/>
              </a:spcBef>
              <a:spcAft>
                <a:spcPts val="0"/>
              </a:spcAft>
              <a:buSzPts val="3000"/>
              <a:buFont typeface="Aldrich"/>
              <a:buNone/>
              <a:defRPr sz="3000">
                <a:latin typeface="Aldrich"/>
                <a:ea typeface="Aldrich"/>
                <a:cs typeface="Aldrich"/>
                <a:sym typeface="Aldrich"/>
              </a:defRPr>
            </a:lvl5pPr>
            <a:lvl6pPr lvl="5" rtl="0">
              <a:spcBef>
                <a:spcPts val="0"/>
              </a:spcBef>
              <a:spcAft>
                <a:spcPts val="0"/>
              </a:spcAft>
              <a:buSzPts val="3000"/>
              <a:buFont typeface="Aldrich"/>
              <a:buNone/>
              <a:defRPr sz="3000">
                <a:latin typeface="Aldrich"/>
                <a:ea typeface="Aldrich"/>
                <a:cs typeface="Aldrich"/>
                <a:sym typeface="Aldrich"/>
              </a:defRPr>
            </a:lvl6pPr>
            <a:lvl7pPr lvl="6" rtl="0">
              <a:spcBef>
                <a:spcPts val="0"/>
              </a:spcBef>
              <a:spcAft>
                <a:spcPts val="0"/>
              </a:spcAft>
              <a:buSzPts val="3000"/>
              <a:buFont typeface="Aldrich"/>
              <a:buNone/>
              <a:defRPr sz="3000">
                <a:latin typeface="Aldrich"/>
                <a:ea typeface="Aldrich"/>
                <a:cs typeface="Aldrich"/>
                <a:sym typeface="Aldrich"/>
              </a:defRPr>
            </a:lvl7pPr>
            <a:lvl8pPr lvl="7" rtl="0">
              <a:spcBef>
                <a:spcPts val="0"/>
              </a:spcBef>
              <a:spcAft>
                <a:spcPts val="0"/>
              </a:spcAft>
              <a:buSzPts val="3000"/>
              <a:buFont typeface="Aldrich"/>
              <a:buNone/>
              <a:defRPr sz="3000">
                <a:latin typeface="Aldrich"/>
                <a:ea typeface="Aldrich"/>
                <a:cs typeface="Aldrich"/>
                <a:sym typeface="Aldrich"/>
              </a:defRPr>
            </a:lvl8pPr>
            <a:lvl9pPr lvl="8" rtl="0">
              <a:spcBef>
                <a:spcPts val="0"/>
              </a:spcBef>
              <a:spcAft>
                <a:spcPts val="0"/>
              </a:spcAft>
              <a:buSzPts val="3000"/>
              <a:buFont typeface="Aldrich"/>
              <a:buNone/>
              <a:defRPr sz="3000">
                <a:latin typeface="Aldrich"/>
                <a:ea typeface="Aldrich"/>
                <a:cs typeface="Aldrich"/>
                <a:sym typeface="Aldrich"/>
              </a:defRPr>
            </a:lvl9pPr>
          </a:lstStyle>
          <a:p>
            <a:r>
              <a:t>xx%</a:t>
            </a:r>
          </a:p>
        </p:txBody>
      </p:sp>
      <p:sp>
        <p:nvSpPr>
          <p:cNvPr id="139" name="Google Shape;139;p13"/>
          <p:cNvSpPr txBox="1"/>
          <p:nvPr>
            <p:ph hasCustomPrompt="1" idx="6" type="title"/>
          </p:nvPr>
        </p:nvSpPr>
        <p:spPr>
          <a:xfrm>
            <a:off x="6741456" y="1808550"/>
            <a:ext cx="8130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Font typeface="Aldrich"/>
              <a:buNone/>
              <a:defRPr sz="3000">
                <a:latin typeface="Aldrich"/>
                <a:ea typeface="Aldrich"/>
                <a:cs typeface="Aldrich"/>
                <a:sym typeface="Aldrich"/>
              </a:defRPr>
            </a:lvl2pPr>
            <a:lvl3pPr lvl="2" rtl="0">
              <a:spcBef>
                <a:spcPts val="0"/>
              </a:spcBef>
              <a:spcAft>
                <a:spcPts val="0"/>
              </a:spcAft>
              <a:buSzPts val="3000"/>
              <a:buFont typeface="Aldrich"/>
              <a:buNone/>
              <a:defRPr sz="3000">
                <a:latin typeface="Aldrich"/>
                <a:ea typeface="Aldrich"/>
                <a:cs typeface="Aldrich"/>
                <a:sym typeface="Aldrich"/>
              </a:defRPr>
            </a:lvl3pPr>
            <a:lvl4pPr lvl="3" rtl="0">
              <a:spcBef>
                <a:spcPts val="0"/>
              </a:spcBef>
              <a:spcAft>
                <a:spcPts val="0"/>
              </a:spcAft>
              <a:buSzPts val="3000"/>
              <a:buFont typeface="Aldrich"/>
              <a:buNone/>
              <a:defRPr sz="3000">
                <a:latin typeface="Aldrich"/>
                <a:ea typeface="Aldrich"/>
                <a:cs typeface="Aldrich"/>
                <a:sym typeface="Aldrich"/>
              </a:defRPr>
            </a:lvl4pPr>
            <a:lvl5pPr lvl="4" rtl="0">
              <a:spcBef>
                <a:spcPts val="0"/>
              </a:spcBef>
              <a:spcAft>
                <a:spcPts val="0"/>
              </a:spcAft>
              <a:buSzPts val="3000"/>
              <a:buFont typeface="Aldrich"/>
              <a:buNone/>
              <a:defRPr sz="3000">
                <a:latin typeface="Aldrich"/>
                <a:ea typeface="Aldrich"/>
                <a:cs typeface="Aldrich"/>
                <a:sym typeface="Aldrich"/>
              </a:defRPr>
            </a:lvl5pPr>
            <a:lvl6pPr lvl="5" rtl="0">
              <a:spcBef>
                <a:spcPts val="0"/>
              </a:spcBef>
              <a:spcAft>
                <a:spcPts val="0"/>
              </a:spcAft>
              <a:buSzPts val="3000"/>
              <a:buFont typeface="Aldrich"/>
              <a:buNone/>
              <a:defRPr sz="3000">
                <a:latin typeface="Aldrich"/>
                <a:ea typeface="Aldrich"/>
                <a:cs typeface="Aldrich"/>
                <a:sym typeface="Aldrich"/>
              </a:defRPr>
            </a:lvl6pPr>
            <a:lvl7pPr lvl="6" rtl="0">
              <a:spcBef>
                <a:spcPts val="0"/>
              </a:spcBef>
              <a:spcAft>
                <a:spcPts val="0"/>
              </a:spcAft>
              <a:buSzPts val="3000"/>
              <a:buFont typeface="Aldrich"/>
              <a:buNone/>
              <a:defRPr sz="3000">
                <a:latin typeface="Aldrich"/>
                <a:ea typeface="Aldrich"/>
                <a:cs typeface="Aldrich"/>
                <a:sym typeface="Aldrich"/>
              </a:defRPr>
            </a:lvl7pPr>
            <a:lvl8pPr lvl="7" rtl="0">
              <a:spcBef>
                <a:spcPts val="0"/>
              </a:spcBef>
              <a:spcAft>
                <a:spcPts val="0"/>
              </a:spcAft>
              <a:buSzPts val="3000"/>
              <a:buFont typeface="Aldrich"/>
              <a:buNone/>
              <a:defRPr sz="3000">
                <a:latin typeface="Aldrich"/>
                <a:ea typeface="Aldrich"/>
                <a:cs typeface="Aldrich"/>
                <a:sym typeface="Aldrich"/>
              </a:defRPr>
            </a:lvl8pPr>
            <a:lvl9pPr lvl="8" rtl="0">
              <a:spcBef>
                <a:spcPts val="0"/>
              </a:spcBef>
              <a:spcAft>
                <a:spcPts val="0"/>
              </a:spcAft>
              <a:buSzPts val="3000"/>
              <a:buFont typeface="Aldrich"/>
              <a:buNone/>
              <a:defRPr sz="3000">
                <a:latin typeface="Aldrich"/>
                <a:ea typeface="Aldrich"/>
                <a:cs typeface="Aldrich"/>
                <a:sym typeface="Aldrich"/>
              </a:defRPr>
            </a:lvl9pPr>
          </a:lstStyle>
          <a:p>
            <a:r>
              <a:t>xx%</a:t>
            </a:r>
          </a:p>
        </p:txBody>
      </p:sp>
      <p:sp>
        <p:nvSpPr>
          <p:cNvPr id="140" name="Google Shape;140;p13"/>
          <p:cNvSpPr txBox="1"/>
          <p:nvPr>
            <p:ph hasCustomPrompt="1" idx="7" type="title"/>
          </p:nvPr>
        </p:nvSpPr>
        <p:spPr>
          <a:xfrm>
            <a:off x="6741456" y="3219089"/>
            <a:ext cx="813000" cy="447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400"/>
            </a:lvl1pPr>
            <a:lvl2pPr lvl="1" rtl="0">
              <a:spcBef>
                <a:spcPts val="0"/>
              </a:spcBef>
              <a:spcAft>
                <a:spcPts val="0"/>
              </a:spcAft>
              <a:buSzPts val="3000"/>
              <a:buFont typeface="Aldrich"/>
              <a:buNone/>
              <a:defRPr sz="3000">
                <a:latin typeface="Aldrich"/>
                <a:ea typeface="Aldrich"/>
                <a:cs typeface="Aldrich"/>
                <a:sym typeface="Aldrich"/>
              </a:defRPr>
            </a:lvl2pPr>
            <a:lvl3pPr lvl="2" rtl="0">
              <a:spcBef>
                <a:spcPts val="0"/>
              </a:spcBef>
              <a:spcAft>
                <a:spcPts val="0"/>
              </a:spcAft>
              <a:buSzPts val="3000"/>
              <a:buFont typeface="Aldrich"/>
              <a:buNone/>
              <a:defRPr sz="3000">
                <a:latin typeface="Aldrich"/>
                <a:ea typeface="Aldrich"/>
                <a:cs typeface="Aldrich"/>
                <a:sym typeface="Aldrich"/>
              </a:defRPr>
            </a:lvl3pPr>
            <a:lvl4pPr lvl="3" rtl="0">
              <a:spcBef>
                <a:spcPts val="0"/>
              </a:spcBef>
              <a:spcAft>
                <a:spcPts val="0"/>
              </a:spcAft>
              <a:buSzPts val="3000"/>
              <a:buFont typeface="Aldrich"/>
              <a:buNone/>
              <a:defRPr sz="3000">
                <a:latin typeface="Aldrich"/>
                <a:ea typeface="Aldrich"/>
                <a:cs typeface="Aldrich"/>
                <a:sym typeface="Aldrich"/>
              </a:defRPr>
            </a:lvl4pPr>
            <a:lvl5pPr lvl="4" rtl="0">
              <a:spcBef>
                <a:spcPts val="0"/>
              </a:spcBef>
              <a:spcAft>
                <a:spcPts val="0"/>
              </a:spcAft>
              <a:buSzPts val="3000"/>
              <a:buFont typeface="Aldrich"/>
              <a:buNone/>
              <a:defRPr sz="3000">
                <a:latin typeface="Aldrich"/>
                <a:ea typeface="Aldrich"/>
                <a:cs typeface="Aldrich"/>
                <a:sym typeface="Aldrich"/>
              </a:defRPr>
            </a:lvl5pPr>
            <a:lvl6pPr lvl="5" rtl="0">
              <a:spcBef>
                <a:spcPts val="0"/>
              </a:spcBef>
              <a:spcAft>
                <a:spcPts val="0"/>
              </a:spcAft>
              <a:buSzPts val="3000"/>
              <a:buFont typeface="Aldrich"/>
              <a:buNone/>
              <a:defRPr sz="3000">
                <a:latin typeface="Aldrich"/>
                <a:ea typeface="Aldrich"/>
                <a:cs typeface="Aldrich"/>
                <a:sym typeface="Aldrich"/>
              </a:defRPr>
            </a:lvl6pPr>
            <a:lvl7pPr lvl="6" rtl="0">
              <a:spcBef>
                <a:spcPts val="0"/>
              </a:spcBef>
              <a:spcAft>
                <a:spcPts val="0"/>
              </a:spcAft>
              <a:buSzPts val="3000"/>
              <a:buFont typeface="Aldrich"/>
              <a:buNone/>
              <a:defRPr sz="3000">
                <a:latin typeface="Aldrich"/>
                <a:ea typeface="Aldrich"/>
                <a:cs typeface="Aldrich"/>
                <a:sym typeface="Aldrich"/>
              </a:defRPr>
            </a:lvl7pPr>
            <a:lvl8pPr lvl="7" rtl="0">
              <a:spcBef>
                <a:spcPts val="0"/>
              </a:spcBef>
              <a:spcAft>
                <a:spcPts val="0"/>
              </a:spcAft>
              <a:buSzPts val="3000"/>
              <a:buFont typeface="Aldrich"/>
              <a:buNone/>
              <a:defRPr sz="3000">
                <a:latin typeface="Aldrich"/>
                <a:ea typeface="Aldrich"/>
                <a:cs typeface="Aldrich"/>
                <a:sym typeface="Aldrich"/>
              </a:defRPr>
            </a:lvl8pPr>
            <a:lvl9pPr lvl="8" rtl="0">
              <a:spcBef>
                <a:spcPts val="0"/>
              </a:spcBef>
              <a:spcAft>
                <a:spcPts val="0"/>
              </a:spcAft>
              <a:buSzPts val="3000"/>
              <a:buFont typeface="Aldrich"/>
              <a:buNone/>
              <a:defRPr sz="3000">
                <a:latin typeface="Aldrich"/>
                <a:ea typeface="Aldrich"/>
                <a:cs typeface="Aldrich"/>
                <a:sym typeface="Aldrich"/>
              </a:defRPr>
            </a:lvl9pPr>
          </a:lstStyle>
          <a:p>
            <a:r>
              <a:t>xx%</a:t>
            </a:r>
          </a:p>
        </p:txBody>
      </p:sp>
      <p:sp>
        <p:nvSpPr>
          <p:cNvPr id="141" name="Google Shape;141;p13"/>
          <p:cNvSpPr txBox="1"/>
          <p:nvPr>
            <p:ph idx="1" type="subTitle"/>
          </p:nvPr>
        </p:nvSpPr>
        <p:spPr>
          <a:xfrm>
            <a:off x="720000" y="2359644"/>
            <a:ext cx="2551800" cy="516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142" name="Google Shape;142;p13"/>
          <p:cNvSpPr txBox="1"/>
          <p:nvPr>
            <p:ph idx="8" type="subTitle"/>
          </p:nvPr>
        </p:nvSpPr>
        <p:spPr>
          <a:xfrm>
            <a:off x="3296028" y="2359644"/>
            <a:ext cx="2551800" cy="516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143" name="Google Shape;143;p13"/>
          <p:cNvSpPr txBox="1"/>
          <p:nvPr>
            <p:ph idx="9" type="subTitle"/>
          </p:nvPr>
        </p:nvSpPr>
        <p:spPr>
          <a:xfrm>
            <a:off x="5872056" y="2359644"/>
            <a:ext cx="2551800" cy="516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144" name="Google Shape;144;p13"/>
          <p:cNvSpPr txBox="1"/>
          <p:nvPr>
            <p:ph idx="13" type="subTitle"/>
          </p:nvPr>
        </p:nvSpPr>
        <p:spPr>
          <a:xfrm>
            <a:off x="720000" y="3770250"/>
            <a:ext cx="25518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145" name="Google Shape;145;p13"/>
          <p:cNvSpPr txBox="1"/>
          <p:nvPr>
            <p:ph idx="14" type="subTitle"/>
          </p:nvPr>
        </p:nvSpPr>
        <p:spPr>
          <a:xfrm>
            <a:off x="3296028" y="3770250"/>
            <a:ext cx="25518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146" name="Google Shape;146;p13"/>
          <p:cNvSpPr txBox="1"/>
          <p:nvPr>
            <p:ph idx="15" type="subTitle"/>
          </p:nvPr>
        </p:nvSpPr>
        <p:spPr>
          <a:xfrm>
            <a:off x="5872056" y="3770250"/>
            <a:ext cx="25518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grpSp>
        <p:nvGrpSpPr>
          <p:cNvPr id="147" name="Google Shape;147;p13"/>
          <p:cNvGrpSpPr/>
          <p:nvPr/>
        </p:nvGrpSpPr>
        <p:grpSpPr>
          <a:xfrm>
            <a:off x="496925" y="1007751"/>
            <a:ext cx="8150150" cy="3215250"/>
            <a:chOff x="496925" y="1007751"/>
            <a:chExt cx="8150150" cy="3215250"/>
          </a:xfrm>
        </p:grpSpPr>
        <p:sp>
          <p:nvSpPr>
            <p:cNvPr id="148" name="Google Shape;148;p13"/>
            <p:cNvSpPr txBox="1"/>
            <p:nvPr/>
          </p:nvSpPr>
          <p:spPr>
            <a:xfrm>
              <a:off x="8430775" y="10077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1100101010101110</a:t>
              </a:r>
              <a:endParaRPr sz="1000">
                <a:solidFill>
                  <a:schemeClr val="dk1"/>
                </a:solidFill>
                <a:latin typeface="Open Sans"/>
                <a:ea typeface="Open Sans"/>
                <a:cs typeface="Open Sans"/>
                <a:sym typeface="Open Sans"/>
              </a:endParaRPr>
            </a:p>
          </p:txBody>
        </p:sp>
        <p:sp>
          <p:nvSpPr>
            <p:cNvPr id="149" name="Google Shape;149;p13"/>
            <p:cNvSpPr txBox="1"/>
            <p:nvPr/>
          </p:nvSpPr>
          <p:spPr>
            <a:xfrm>
              <a:off x="496925" y="1665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101010111000111</a:t>
              </a:r>
              <a:endParaRPr sz="1000">
                <a:solidFill>
                  <a:schemeClr val="dk1"/>
                </a:solidFill>
                <a:latin typeface="Open Sans"/>
                <a:ea typeface="Open Sans"/>
                <a:cs typeface="Open Sans"/>
                <a:sym typeface="Open Sans"/>
              </a:endParaRPr>
            </a:p>
            <a:p>
              <a:pPr indent="0" lvl="0" marL="0" rtl="0" algn="ctr">
                <a:spcBef>
                  <a:spcPts val="0"/>
                </a:spcBef>
                <a:spcAft>
                  <a:spcPts val="0"/>
                </a:spcAft>
                <a:buNone/>
              </a:pPr>
              <a:r>
                <a:rPr lang="en" sz="1000">
                  <a:solidFill>
                    <a:schemeClr val="dk1"/>
                  </a:solidFill>
                  <a:latin typeface="Open Sans"/>
                  <a:ea typeface="Open Sans"/>
                  <a:cs typeface="Open Sans"/>
                  <a:sym typeface="Open Sans"/>
                </a:rPr>
                <a:t>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50" name="Shape 150"/>
        <p:cNvGrpSpPr/>
        <p:nvPr/>
      </p:nvGrpSpPr>
      <p:grpSpPr>
        <a:xfrm>
          <a:off x="0" y="0"/>
          <a:ext cx="0" cy="0"/>
          <a:chOff x="0" y="0"/>
          <a:chExt cx="0" cy="0"/>
        </a:xfrm>
      </p:grpSpPr>
      <p:grpSp>
        <p:nvGrpSpPr>
          <p:cNvPr id="151" name="Google Shape;151;p14"/>
          <p:cNvGrpSpPr/>
          <p:nvPr/>
        </p:nvGrpSpPr>
        <p:grpSpPr>
          <a:xfrm>
            <a:off x="346800" y="255600"/>
            <a:ext cx="8450400" cy="4632300"/>
            <a:chOff x="346800" y="255600"/>
            <a:chExt cx="8450400" cy="4632300"/>
          </a:xfrm>
        </p:grpSpPr>
        <p:sp>
          <p:nvSpPr>
            <p:cNvPr id="152" name="Google Shape;152;p14"/>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3" name="Google Shape;153;p14"/>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54" name="Google Shape;154;p14"/>
            <p:cNvGrpSpPr/>
            <p:nvPr/>
          </p:nvGrpSpPr>
          <p:grpSpPr>
            <a:xfrm>
              <a:off x="8111150" y="433000"/>
              <a:ext cx="426200" cy="106500"/>
              <a:chOff x="1739575" y="4109150"/>
              <a:chExt cx="426200" cy="106500"/>
            </a:xfrm>
          </p:grpSpPr>
          <p:sp>
            <p:nvSpPr>
              <p:cNvPr id="155" name="Google Shape;155;p14"/>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6" name="Google Shape;156;p14"/>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7" name="Google Shape;157;p14"/>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58" name="Google Shape;158;p14"/>
          <p:cNvSpPr txBox="1"/>
          <p:nvPr>
            <p:ph type="title"/>
          </p:nvPr>
        </p:nvSpPr>
        <p:spPr>
          <a:xfrm>
            <a:off x="1861851" y="948229"/>
            <a:ext cx="3021300" cy="4827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2800"/>
              <a:buNone/>
              <a:defRPr sz="2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59" name="Google Shape;159;p14"/>
          <p:cNvGrpSpPr/>
          <p:nvPr/>
        </p:nvGrpSpPr>
        <p:grpSpPr>
          <a:xfrm>
            <a:off x="496925" y="855351"/>
            <a:ext cx="8150150" cy="3748650"/>
            <a:chOff x="496925" y="855351"/>
            <a:chExt cx="8150150" cy="3748650"/>
          </a:xfrm>
        </p:grpSpPr>
        <p:sp>
          <p:nvSpPr>
            <p:cNvPr id="160" name="Google Shape;160;p14"/>
            <p:cNvSpPr txBox="1"/>
            <p:nvPr/>
          </p:nvSpPr>
          <p:spPr>
            <a:xfrm>
              <a:off x="8430775" y="8553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1010010101001010</a:t>
              </a:r>
              <a:endParaRPr sz="1000">
                <a:solidFill>
                  <a:schemeClr val="dk1"/>
                </a:solidFill>
                <a:latin typeface="Open Sans"/>
                <a:ea typeface="Open Sans"/>
                <a:cs typeface="Open Sans"/>
                <a:sym typeface="Open Sans"/>
              </a:endParaRPr>
            </a:p>
          </p:txBody>
        </p:sp>
        <p:sp>
          <p:nvSpPr>
            <p:cNvPr id="161" name="Google Shape;161;p14"/>
            <p:cNvSpPr txBox="1"/>
            <p:nvPr/>
          </p:nvSpPr>
          <p:spPr>
            <a:xfrm>
              <a:off x="496925" y="2046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1001010101010100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162" name="Shape 162"/>
        <p:cNvGrpSpPr/>
        <p:nvPr/>
      </p:nvGrpSpPr>
      <p:grpSpPr>
        <a:xfrm>
          <a:off x="0" y="0"/>
          <a:ext cx="0" cy="0"/>
          <a:chOff x="0" y="0"/>
          <a:chExt cx="0" cy="0"/>
        </a:xfrm>
      </p:grpSpPr>
      <p:grpSp>
        <p:nvGrpSpPr>
          <p:cNvPr id="163" name="Google Shape;163;p15"/>
          <p:cNvGrpSpPr/>
          <p:nvPr/>
        </p:nvGrpSpPr>
        <p:grpSpPr>
          <a:xfrm>
            <a:off x="346800" y="255600"/>
            <a:ext cx="8450400" cy="4632300"/>
            <a:chOff x="346800" y="255600"/>
            <a:chExt cx="8450400" cy="4632300"/>
          </a:xfrm>
        </p:grpSpPr>
        <p:sp>
          <p:nvSpPr>
            <p:cNvPr id="164" name="Google Shape;164;p15"/>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5" name="Google Shape;165;p15"/>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66" name="Google Shape;166;p15"/>
            <p:cNvGrpSpPr/>
            <p:nvPr/>
          </p:nvGrpSpPr>
          <p:grpSpPr>
            <a:xfrm>
              <a:off x="8111150" y="433000"/>
              <a:ext cx="426200" cy="106500"/>
              <a:chOff x="1739575" y="4109150"/>
              <a:chExt cx="426200" cy="106500"/>
            </a:xfrm>
          </p:grpSpPr>
          <p:sp>
            <p:nvSpPr>
              <p:cNvPr id="167" name="Google Shape;167;p15"/>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8" name="Google Shape;168;p15"/>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9" name="Google Shape;169;p15"/>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70" name="Google Shape;170;p15"/>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71" name="Google Shape;171;p15"/>
          <p:cNvGrpSpPr/>
          <p:nvPr/>
        </p:nvGrpSpPr>
        <p:grpSpPr>
          <a:xfrm>
            <a:off x="496925" y="1436601"/>
            <a:ext cx="8150150" cy="3151497"/>
            <a:chOff x="496925" y="1436601"/>
            <a:chExt cx="8150150" cy="3151497"/>
          </a:xfrm>
        </p:grpSpPr>
        <p:sp>
          <p:nvSpPr>
            <p:cNvPr id="172" name="Google Shape;172;p15"/>
            <p:cNvSpPr txBox="1"/>
            <p:nvPr/>
          </p:nvSpPr>
          <p:spPr>
            <a:xfrm>
              <a:off x="8430775" y="2030298"/>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1010010010110111</a:t>
              </a:r>
              <a:endParaRPr sz="1000">
                <a:solidFill>
                  <a:schemeClr val="dk1"/>
                </a:solidFill>
                <a:latin typeface="Open Sans"/>
                <a:ea typeface="Open Sans"/>
                <a:cs typeface="Open Sans"/>
                <a:sym typeface="Open Sans"/>
              </a:endParaRPr>
            </a:p>
          </p:txBody>
        </p:sp>
        <p:sp>
          <p:nvSpPr>
            <p:cNvPr id="173" name="Google Shape;173;p15"/>
            <p:cNvSpPr txBox="1"/>
            <p:nvPr/>
          </p:nvSpPr>
          <p:spPr>
            <a:xfrm>
              <a:off x="496925" y="14366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1001010100101010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2">
    <p:spTree>
      <p:nvGrpSpPr>
        <p:cNvPr id="174" name="Shape 174"/>
        <p:cNvGrpSpPr/>
        <p:nvPr/>
      </p:nvGrpSpPr>
      <p:grpSpPr>
        <a:xfrm>
          <a:off x="0" y="0"/>
          <a:ext cx="0" cy="0"/>
          <a:chOff x="0" y="0"/>
          <a:chExt cx="0" cy="0"/>
        </a:xfrm>
      </p:grpSpPr>
      <p:grpSp>
        <p:nvGrpSpPr>
          <p:cNvPr id="175" name="Google Shape;175;p16"/>
          <p:cNvGrpSpPr/>
          <p:nvPr/>
        </p:nvGrpSpPr>
        <p:grpSpPr>
          <a:xfrm>
            <a:off x="346800" y="255600"/>
            <a:ext cx="8450400" cy="4632300"/>
            <a:chOff x="346800" y="255600"/>
            <a:chExt cx="8450400" cy="4632300"/>
          </a:xfrm>
        </p:grpSpPr>
        <p:sp>
          <p:nvSpPr>
            <p:cNvPr id="176" name="Google Shape;176;p16"/>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7" name="Google Shape;177;p16"/>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78" name="Google Shape;178;p16"/>
            <p:cNvGrpSpPr/>
            <p:nvPr/>
          </p:nvGrpSpPr>
          <p:grpSpPr>
            <a:xfrm>
              <a:off x="8111150" y="433000"/>
              <a:ext cx="426200" cy="106500"/>
              <a:chOff x="1739575" y="4109150"/>
              <a:chExt cx="426200" cy="106500"/>
            </a:xfrm>
          </p:grpSpPr>
          <p:sp>
            <p:nvSpPr>
              <p:cNvPr id="179" name="Google Shape;179;p16"/>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0" name="Google Shape;180;p16"/>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1" name="Google Shape;181;p16"/>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82" name="Google Shape;182;p16"/>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83" name="Google Shape;183;p16"/>
          <p:cNvGrpSpPr/>
          <p:nvPr/>
        </p:nvGrpSpPr>
        <p:grpSpPr>
          <a:xfrm>
            <a:off x="496925" y="1007751"/>
            <a:ext cx="8150150" cy="3215250"/>
            <a:chOff x="496925" y="1007751"/>
            <a:chExt cx="8150150" cy="3215250"/>
          </a:xfrm>
        </p:grpSpPr>
        <p:sp>
          <p:nvSpPr>
            <p:cNvPr id="184" name="Google Shape;184;p16"/>
            <p:cNvSpPr txBox="1"/>
            <p:nvPr/>
          </p:nvSpPr>
          <p:spPr>
            <a:xfrm>
              <a:off x="8430775" y="10077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1100101010101110</a:t>
              </a:r>
              <a:endParaRPr sz="1000">
                <a:solidFill>
                  <a:schemeClr val="dk1"/>
                </a:solidFill>
                <a:latin typeface="Open Sans"/>
                <a:ea typeface="Open Sans"/>
                <a:cs typeface="Open Sans"/>
                <a:sym typeface="Open Sans"/>
              </a:endParaRPr>
            </a:p>
          </p:txBody>
        </p:sp>
        <p:sp>
          <p:nvSpPr>
            <p:cNvPr id="185" name="Google Shape;185;p16"/>
            <p:cNvSpPr txBox="1"/>
            <p:nvPr/>
          </p:nvSpPr>
          <p:spPr>
            <a:xfrm>
              <a:off x="496925" y="1665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101010111000111</a:t>
              </a:r>
              <a:endParaRPr sz="1000">
                <a:solidFill>
                  <a:schemeClr val="dk1"/>
                </a:solidFill>
                <a:latin typeface="Open Sans"/>
                <a:ea typeface="Open Sans"/>
                <a:cs typeface="Open Sans"/>
                <a:sym typeface="Open Sans"/>
              </a:endParaRPr>
            </a:p>
            <a:p>
              <a:pPr indent="0" lvl="0" marL="0" rtl="0" algn="ctr">
                <a:spcBef>
                  <a:spcPts val="0"/>
                </a:spcBef>
                <a:spcAft>
                  <a:spcPts val="0"/>
                </a:spcAft>
                <a:buNone/>
              </a:pPr>
              <a:r>
                <a:rPr lang="en" sz="1000">
                  <a:solidFill>
                    <a:schemeClr val="dk1"/>
                  </a:solidFill>
                  <a:latin typeface="Open Sans"/>
                  <a:ea typeface="Open Sans"/>
                  <a:cs typeface="Open Sans"/>
                  <a:sym typeface="Open Sans"/>
                </a:rPr>
                <a:t>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186" name="Shape 186"/>
        <p:cNvGrpSpPr/>
        <p:nvPr/>
      </p:nvGrpSpPr>
      <p:grpSpPr>
        <a:xfrm>
          <a:off x="0" y="0"/>
          <a:ext cx="0" cy="0"/>
          <a:chOff x="0" y="0"/>
          <a:chExt cx="0" cy="0"/>
        </a:xfrm>
      </p:grpSpPr>
      <p:grpSp>
        <p:nvGrpSpPr>
          <p:cNvPr id="187" name="Google Shape;187;p17"/>
          <p:cNvGrpSpPr/>
          <p:nvPr/>
        </p:nvGrpSpPr>
        <p:grpSpPr>
          <a:xfrm>
            <a:off x="346800" y="255600"/>
            <a:ext cx="8450400" cy="4632300"/>
            <a:chOff x="346800" y="255600"/>
            <a:chExt cx="8450400" cy="4632300"/>
          </a:xfrm>
        </p:grpSpPr>
        <p:sp>
          <p:nvSpPr>
            <p:cNvPr id="188" name="Google Shape;188;p17"/>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9" name="Google Shape;189;p17"/>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90" name="Google Shape;190;p17"/>
            <p:cNvGrpSpPr/>
            <p:nvPr/>
          </p:nvGrpSpPr>
          <p:grpSpPr>
            <a:xfrm>
              <a:off x="8111150" y="433000"/>
              <a:ext cx="426200" cy="106500"/>
              <a:chOff x="1739575" y="4109150"/>
              <a:chExt cx="426200" cy="106500"/>
            </a:xfrm>
          </p:grpSpPr>
          <p:sp>
            <p:nvSpPr>
              <p:cNvPr id="191" name="Google Shape;191;p17"/>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2" name="Google Shape;192;p17"/>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3" name="Google Shape;193;p17"/>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194" name="Google Shape;194;p17"/>
          <p:cNvSpPr txBox="1"/>
          <p:nvPr>
            <p:ph type="title"/>
          </p:nvPr>
        </p:nvSpPr>
        <p:spPr>
          <a:xfrm>
            <a:off x="872975" y="3222150"/>
            <a:ext cx="4270500" cy="5349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5" name="Google Shape;195;p17"/>
          <p:cNvSpPr txBox="1"/>
          <p:nvPr>
            <p:ph idx="1" type="subTitle"/>
          </p:nvPr>
        </p:nvSpPr>
        <p:spPr>
          <a:xfrm>
            <a:off x="872975" y="3699450"/>
            <a:ext cx="4270500" cy="91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196" name="Google Shape;196;p17"/>
          <p:cNvSpPr/>
          <p:nvPr>
            <p:ph idx="2" type="pic"/>
          </p:nvPr>
        </p:nvSpPr>
        <p:spPr>
          <a:xfrm>
            <a:off x="2192365" y="1137725"/>
            <a:ext cx="3432600" cy="1875900"/>
          </a:xfrm>
          <a:prstGeom prst="rect">
            <a:avLst/>
          </a:prstGeom>
          <a:noFill/>
          <a:ln cap="flat" cmpd="sng" w="9525">
            <a:solidFill>
              <a:schemeClr val="dk1"/>
            </a:solidFill>
            <a:prstDash val="solid"/>
            <a:round/>
            <a:headEnd len="sm" w="sm" type="none"/>
            <a:tailEnd len="sm" w="sm" type="none"/>
          </a:ln>
        </p:spPr>
      </p:sp>
      <p:sp>
        <p:nvSpPr>
          <p:cNvPr id="197" name="Google Shape;197;p17"/>
          <p:cNvSpPr/>
          <p:nvPr>
            <p:ph idx="3" type="pic"/>
          </p:nvPr>
        </p:nvSpPr>
        <p:spPr>
          <a:xfrm>
            <a:off x="5468425" y="924700"/>
            <a:ext cx="2440500" cy="3460800"/>
          </a:xfrm>
          <a:prstGeom prst="rect">
            <a:avLst/>
          </a:prstGeom>
          <a:noFill/>
          <a:ln cap="flat" cmpd="sng" w="9525">
            <a:solidFill>
              <a:schemeClr val="dk1"/>
            </a:solidFill>
            <a:prstDash val="solid"/>
            <a:round/>
            <a:headEnd len="sm" w="sm" type="none"/>
            <a:tailEnd len="sm" w="sm" type="none"/>
          </a:ln>
        </p:spPr>
      </p:sp>
      <p:grpSp>
        <p:nvGrpSpPr>
          <p:cNvPr id="198" name="Google Shape;198;p17"/>
          <p:cNvGrpSpPr/>
          <p:nvPr/>
        </p:nvGrpSpPr>
        <p:grpSpPr>
          <a:xfrm>
            <a:off x="496925" y="855351"/>
            <a:ext cx="8150150" cy="3748650"/>
            <a:chOff x="496925" y="855351"/>
            <a:chExt cx="8150150" cy="3748650"/>
          </a:xfrm>
        </p:grpSpPr>
        <p:sp>
          <p:nvSpPr>
            <p:cNvPr id="199" name="Google Shape;199;p17"/>
            <p:cNvSpPr txBox="1"/>
            <p:nvPr/>
          </p:nvSpPr>
          <p:spPr>
            <a:xfrm>
              <a:off x="8430775" y="8553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1010010101001010</a:t>
              </a:r>
              <a:endParaRPr sz="1000">
                <a:solidFill>
                  <a:schemeClr val="dk1"/>
                </a:solidFill>
                <a:latin typeface="Open Sans"/>
                <a:ea typeface="Open Sans"/>
                <a:cs typeface="Open Sans"/>
                <a:sym typeface="Open Sans"/>
              </a:endParaRPr>
            </a:p>
          </p:txBody>
        </p:sp>
        <p:sp>
          <p:nvSpPr>
            <p:cNvPr id="200" name="Google Shape;200;p17"/>
            <p:cNvSpPr txBox="1"/>
            <p:nvPr/>
          </p:nvSpPr>
          <p:spPr>
            <a:xfrm>
              <a:off x="496925" y="2046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1001010101010100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201" name="Shape 201"/>
        <p:cNvGrpSpPr/>
        <p:nvPr/>
      </p:nvGrpSpPr>
      <p:grpSpPr>
        <a:xfrm>
          <a:off x="0" y="0"/>
          <a:ext cx="0" cy="0"/>
          <a:chOff x="0" y="0"/>
          <a:chExt cx="0" cy="0"/>
        </a:xfrm>
      </p:grpSpPr>
      <p:grpSp>
        <p:nvGrpSpPr>
          <p:cNvPr id="202" name="Google Shape;202;p18"/>
          <p:cNvGrpSpPr/>
          <p:nvPr/>
        </p:nvGrpSpPr>
        <p:grpSpPr>
          <a:xfrm>
            <a:off x="346800" y="255600"/>
            <a:ext cx="8450400" cy="4632300"/>
            <a:chOff x="346800" y="255600"/>
            <a:chExt cx="8450400" cy="4632300"/>
          </a:xfrm>
        </p:grpSpPr>
        <p:sp>
          <p:nvSpPr>
            <p:cNvPr id="203" name="Google Shape;203;p18"/>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4" name="Google Shape;204;p18"/>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05" name="Google Shape;205;p18"/>
            <p:cNvGrpSpPr/>
            <p:nvPr/>
          </p:nvGrpSpPr>
          <p:grpSpPr>
            <a:xfrm>
              <a:off x="8111150" y="433000"/>
              <a:ext cx="426200" cy="106500"/>
              <a:chOff x="1739575" y="4109150"/>
              <a:chExt cx="426200" cy="106500"/>
            </a:xfrm>
          </p:grpSpPr>
          <p:sp>
            <p:nvSpPr>
              <p:cNvPr id="206" name="Google Shape;206;p18"/>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7" name="Google Shape;207;p18"/>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8" name="Google Shape;208;p18"/>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209" name="Google Shape;209;p18"/>
          <p:cNvSpPr txBox="1"/>
          <p:nvPr>
            <p:ph type="title"/>
          </p:nvPr>
        </p:nvSpPr>
        <p:spPr>
          <a:xfrm>
            <a:off x="5399075" y="883275"/>
            <a:ext cx="26565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0" name="Google Shape;210;p18"/>
          <p:cNvSpPr txBox="1"/>
          <p:nvPr>
            <p:ph idx="1" type="subTitle"/>
          </p:nvPr>
        </p:nvSpPr>
        <p:spPr>
          <a:xfrm>
            <a:off x="5399075" y="1819100"/>
            <a:ext cx="2656500" cy="91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11" name="Google Shape;211;p18"/>
          <p:cNvSpPr/>
          <p:nvPr>
            <p:ph idx="2" type="pic"/>
          </p:nvPr>
        </p:nvSpPr>
        <p:spPr>
          <a:xfrm>
            <a:off x="1007425" y="1064874"/>
            <a:ext cx="2440500" cy="2909700"/>
          </a:xfrm>
          <a:prstGeom prst="rect">
            <a:avLst/>
          </a:prstGeom>
          <a:noFill/>
          <a:ln cap="flat" cmpd="sng" w="9525">
            <a:solidFill>
              <a:schemeClr val="dk1"/>
            </a:solidFill>
            <a:prstDash val="solid"/>
            <a:round/>
            <a:headEnd len="sm" w="sm" type="none"/>
            <a:tailEnd len="sm" w="sm" type="none"/>
          </a:ln>
        </p:spPr>
      </p:sp>
      <p:sp>
        <p:nvSpPr>
          <p:cNvPr id="212" name="Google Shape;212;p18"/>
          <p:cNvSpPr/>
          <p:nvPr>
            <p:ph idx="3" type="pic"/>
          </p:nvPr>
        </p:nvSpPr>
        <p:spPr>
          <a:xfrm>
            <a:off x="3185399" y="3061625"/>
            <a:ext cx="3257400" cy="1437600"/>
          </a:xfrm>
          <a:prstGeom prst="rect">
            <a:avLst/>
          </a:prstGeom>
          <a:noFill/>
          <a:ln cap="flat" cmpd="sng" w="9525">
            <a:solidFill>
              <a:schemeClr val="dk1"/>
            </a:solidFill>
            <a:prstDash val="solid"/>
            <a:round/>
            <a:headEnd len="sm" w="sm" type="none"/>
            <a:tailEnd len="sm" w="sm" type="none"/>
          </a:ln>
        </p:spPr>
      </p:sp>
      <p:sp>
        <p:nvSpPr>
          <p:cNvPr id="213" name="Google Shape;213;p18"/>
          <p:cNvSpPr/>
          <p:nvPr>
            <p:ph idx="4" type="pic"/>
          </p:nvPr>
        </p:nvSpPr>
        <p:spPr>
          <a:xfrm>
            <a:off x="3302421" y="905132"/>
            <a:ext cx="1817100" cy="1817100"/>
          </a:xfrm>
          <a:prstGeom prst="rect">
            <a:avLst/>
          </a:prstGeom>
          <a:noFill/>
          <a:ln cap="flat" cmpd="sng" w="9525">
            <a:solidFill>
              <a:schemeClr val="dk1"/>
            </a:solidFill>
            <a:prstDash val="solid"/>
            <a:round/>
            <a:headEnd len="sm" w="sm" type="none"/>
            <a:tailEnd len="sm" w="sm" type="none"/>
          </a:ln>
        </p:spPr>
      </p:sp>
      <p:grpSp>
        <p:nvGrpSpPr>
          <p:cNvPr id="214" name="Google Shape;214;p18"/>
          <p:cNvGrpSpPr/>
          <p:nvPr/>
        </p:nvGrpSpPr>
        <p:grpSpPr>
          <a:xfrm>
            <a:off x="496925" y="1007751"/>
            <a:ext cx="8150150" cy="3215250"/>
            <a:chOff x="496925" y="1007751"/>
            <a:chExt cx="8150150" cy="3215250"/>
          </a:xfrm>
        </p:grpSpPr>
        <p:sp>
          <p:nvSpPr>
            <p:cNvPr id="215" name="Google Shape;215;p18"/>
            <p:cNvSpPr txBox="1"/>
            <p:nvPr/>
          </p:nvSpPr>
          <p:spPr>
            <a:xfrm>
              <a:off x="8430775" y="10077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1100101010101110</a:t>
              </a:r>
              <a:endParaRPr sz="1000">
                <a:solidFill>
                  <a:schemeClr val="dk1"/>
                </a:solidFill>
                <a:latin typeface="Open Sans"/>
                <a:ea typeface="Open Sans"/>
                <a:cs typeface="Open Sans"/>
                <a:sym typeface="Open Sans"/>
              </a:endParaRPr>
            </a:p>
          </p:txBody>
        </p:sp>
        <p:sp>
          <p:nvSpPr>
            <p:cNvPr id="216" name="Google Shape;216;p18"/>
            <p:cNvSpPr txBox="1"/>
            <p:nvPr/>
          </p:nvSpPr>
          <p:spPr>
            <a:xfrm>
              <a:off x="496925" y="1665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101010111000111</a:t>
              </a:r>
              <a:endParaRPr sz="1000">
                <a:solidFill>
                  <a:schemeClr val="dk1"/>
                </a:solidFill>
                <a:latin typeface="Open Sans"/>
                <a:ea typeface="Open Sans"/>
                <a:cs typeface="Open Sans"/>
                <a:sym typeface="Open Sans"/>
              </a:endParaRPr>
            </a:p>
            <a:p>
              <a:pPr indent="0" lvl="0" marL="0" rtl="0" algn="ctr">
                <a:spcBef>
                  <a:spcPts val="0"/>
                </a:spcBef>
                <a:spcAft>
                  <a:spcPts val="0"/>
                </a:spcAft>
                <a:buNone/>
              </a:pPr>
              <a:r>
                <a:rPr lang="en" sz="1000">
                  <a:solidFill>
                    <a:schemeClr val="dk1"/>
                  </a:solidFill>
                  <a:latin typeface="Open Sans"/>
                  <a:ea typeface="Open Sans"/>
                  <a:cs typeface="Open Sans"/>
                  <a:sym typeface="Open Sans"/>
                </a:rPr>
                <a:t>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217" name="Shape 217"/>
        <p:cNvGrpSpPr/>
        <p:nvPr/>
      </p:nvGrpSpPr>
      <p:grpSpPr>
        <a:xfrm>
          <a:off x="0" y="0"/>
          <a:ext cx="0" cy="0"/>
          <a:chOff x="0" y="0"/>
          <a:chExt cx="0" cy="0"/>
        </a:xfrm>
      </p:grpSpPr>
      <p:grpSp>
        <p:nvGrpSpPr>
          <p:cNvPr id="218" name="Google Shape;218;p19"/>
          <p:cNvGrpSpPr/>
          <p:nvPr/>
        </p:nvGrpSpPr>
        <p:grpSpPr>
          <a:xfrm>
            <a:off x="346800" y="255600"/>
            <a:ext cx="8450400" cy="4632300"/>
            <a:chOff x="346800" y="255600"/>
            <a:chExt cx="8450400" cy="4632300"/>
          </a:xfrm>
        </p:grpSpPr>
        <p:sp>
          <p:nvSpPr>
            <p:cNvPr id="219" name="Google Shape;219;p19"/>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0" name="Google Shape;220;p19"/>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21" name="Google Shape;221;p19"/>
            <p:cNvGrpSpPr/>
            <p:nvPr/>
          </p:nvGrpSpPr>
          <p:grpSpPr>
            <a:xfrm>
              <a:off x="8111150" y="433000"/>
              <a:ext cx="426200" cy="106500"/>
              <a:chOff x="1739575" y="4109150"/>
              <a:chExt cx="426200" cy="106500"/>
            </a:xfrm>
          </p:grpSpPr>
          <p:sp>
            <p:nvSpPr>
              <p:cNvPr id="222" name="Google Shape;222;p19"/>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3" name="Google Shape;223;p19"/>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4" name="Google Shape;224;p19"/>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225" name="Google Shape;225;p19"/>
          <p:cNvSpPr txBox="1"/>
          <p:nvPr>
            <p:ph idx="1" type="body"/>
          </p:nvPr>
        </p:nvSpPr>
        <p:spPr>
          <a:xfrm>
            <a:off x="713225" y="1398725"/>
            <a:ext cx="5804100" cy="26388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120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226" name="Google Shape;226;p19"/>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27" name="Google Shape;227;p19"/>
          <p:cNvGrpSpPr/>
          <p:nvPr/>
        </p:nvGrpSpPr>
        <p:grpSpPr>
          <a:xfrm>
            <a:off x="496925" y="1436601"/>
            <a:ext cx="8150150" cy="3151497"/>
            <a:chOff x="496925" y="1436601"/>
            <a:chExt cx="8150150" cy="3151497"/>
          </a:xfrm>
        </p:grpSpPr>
        <p:sp>
          <p:nvSpPr>
            <p:cNvPr id="228" name="Google Shape;228;p19"/>
            <p:cNvSpPr txBox="1"/>
            <p:nvPr/>
          </p:nvSpPr>
          <p:spPr>
            <a:xfrm>
              <a:off x="8430775" y="2030298"/>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1010010010110111</a:t>
              </a:r>
              <a:endParaRPr sz="1000">
                <a:solidFill>
                  <a:schemeClr val="dk1"/>
                </a:solidFill>
                <a:latin typeface="Open Sans"/>
                <a:ea typeface="Open Sans"/>
                <a:cs typeface="Open Sans"/>
                <a:sym typeface="Open Sans"/>
              </a:endParaRPr>
            </a:p>
          </p:txBody>
        </p:sp>
        <p:sp>
          <p:nvSpPr>
            <p:cNvPr id="229" name="Google Shape;229;p19"/>
            <p:cNvSpPr txBox="1"/>
            <p:nvPr/>
          </p:nvSpPr>
          <p:spPr>
            <a:xfrm>
              <a:off x="496925" y="14366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1001010100101010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30" name="Shape 230"/>
        <p:cNvGrpSpPr/>
        <p:nvPr/>
      </p:nvGrpSpPr>
      <p:grpSpPr>
        <a:xfrm>
          <a:off x="0" y="0"/>
          <a:ext cx="0" cy="0"/>
          <a:chOff x="0" y="0"/>
          <a:chExt cx="0" cy="0"/>
        </a:xfrm>
      </p:grpSpPr>
      <p:grpSp>
        <p:nvGrpSpPr>
          <p:cNvPr id="231" name="Google Shape;231;p20"/>
          <p:cNvGrpSpPr/>
          <p:nvPr/>
        </p:nvGrpSpPr>
        <p:grpSpPr>
          <a:xfrm>
            <a:off x="346800" y="255600"/>
            <a:ext cx="8450400" cy="4632300"/>
            <a:chOff x="346800" y="255600"/>
            <a:chExt cx="8450400" cy="4632300"/>
          </a:xfrm>
        </p:grpSpPr>
        <p:sp>
          <p:nvSpPr>
            <p:cNvPr id="232" name="Google Shape;232;p20"/>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3" name="Google Shape;233;p20"/>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34" name="Google Shape;234;p20"/>
            <p:cNvGrpSpPr/>
            <p:nvPr/>
          </p:nvGrpSpPr>
          <p:grpSpPr>
            <a:xfrm>
              <a:off x="8111150" y="433000"/>
              <a:ext cx="426200" cy="106500"/>
              <a:chOff x="1739575" y="4109150"/>
              <a:chExt cx="426200" cy="106500"/>
            </a:xfrm>
          </p:grpSpPr>
          <p:sp>
            <p:nvSpPr>
              <p:cNvPr id="235" name="Google Shape;235;p20"/>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6" name="Google Shape;236;p20"/>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7" name="Google Shape;237;p20"/>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238" name="Google Shape;238;p20"/>
          <p:cNvSpPr txBox="1"/>
          <p:nvPr>
            <p:ph idx="1" type="subTitle"/>
          </p:nvPr>
        </p:nvSpPr>
        <p:spPr>
          <a:xfrm>
            <a:off x="851225" y="3081200"/>
            <a:ext cx="2348100" cy="129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39" name="Google Shape;239;p20"/>
          <p:cNvSpPr txBox="1"/>
          <p:nvPr>
            <p:ph idx="2" type="subTitle"/>
          </p:nvPr>
        </p:nvSpPr>
        <p:spPr>
          <a:xfrm>
            <a:off x="3397950" y="3081200"/>
            <a:ext cx="2348100" cy="129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40" name="Google Shape;240;p20"/>
          <p:cNvSpPr txBox="1"/>
          <p:nvPr>
            <p:ph idx="3" type="subTitle"/>
          </p:nvPr>
        </p:nvSpPr>
        <p:spPr>
          <a:xfrm>
            <a:off x="5944675" y="3081201"/>
            <a:ext cx="2348100" cy="129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41" name="Google Shape;241;p20"/>
          <p:cNvSpPr txBox="1"/>
          <p:nvPr>
            <p:ph idx="4" type="subTitle"/>
          </p:nvPr>
        </p:nvSpPr>
        <p:spPr>
          <a:xfrm>
            <a:off x="851225" y="2256425"/>
            <a:ext cx="2348100" cy="807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42" name="Google Shape;242;p20"/>
          <p:cNvSpPr txBox="1"/>
          <p:nvPr>
            <p:ph idx="5" type="subTitle"/>
          </p:nvPr>
        </p:nvSpPr>
        <p:spPr>
          <a:xfrm>
            <a:off x="3397954" y="2256425"/>
            <a:ext cx="2348100" cy="807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43" name="Google Shape;243;p20"/>
          <p:cNvSpPr txBox="1"/>
          <p:nvPr>
            <p:ph idx="6" type="subTitle"/>
          </p:nvPr>
        </p:nvSpPr>
        <p:spPr>
          <a:xfrm>
            <a:off x="5944675" y="2256425"/>
            <a:ext cx="2348100" cy="807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44" name="Google Shape;244;p20"/>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3000"/>
              <a:buFont typeface="Aldrich"/>
              <a:buNone/>
              <a:defRPr>
                <a:latin typeface="Aldrich"/>
                <a:ea typeface="Aldrich"/>
                <a:cs typeface="Aldrich"/>
                <a:sym typeface="Aldrich"/>
              </a:defRPr>
            </a:lvl2pPr>
            <a:lvl3pPr lvl="2" rtl="0">
              <a:spcBef>
                <a:spcPts val="0"/>
              </a:spcBef>
              <a:spcAft>
                <a:spcPts val="0"/>
              </a:spcAft>
              <a:buSzPts val="3000"/>
              <a:buFont typeface="Aldrich"/>
              <a:buNone/>
              <a:defRPr>
                <a:latin typeface="Aldrich"/>
                <a:ea typeface="Aldrich"/>
                <a:cs typeface="Aldrich"/>
                <a:sym typeface="Aldrich"/>
              </a:defRPr>
            </a:lvl3pPr>
            <a:lvl4pPr lvl="3" rtl="0">
              <a:spcBef>
                <a:spcPts val="0"/>
              </a:spcBef>
              <a:spcAft>
                <a:spcPts val="0"/>
              </a:spcAft>
              <a:buSzPts val="3000"/>
              <a:buFont typeface="Aldrich"/>
              <a:buNone/>
              <a:defRPr>
                <a:latin typeface="Aldrich"/>
                <a:ea typeface="Aldrich"/>
                <a:cs typeface="Aldrich"/>
                <a:sym typeface="Aldrich"/>
              </a:defRPr>
            </a:lvl4pPr>
            <a:lvl5pPr lvl="4" rtl="0">
              <a:spcBef>
                <a:spcPts val="0"/>
              </a:spcBef>
              <a:spcAft>
                <a:spcPts val="0"/>
              </a:spcAft>
              <a:buSzPts val="3000"/>
              <a:buFont typeface="Aldrich"/>
              <a:buNone/>
              <a:defRPr>
                <a:latin typeface="Aldrich"/>
                <a:ea typeface="Aldrich"/>
                <a:cs typeface="Aldrich"/>
                <a:sym typeface="Aldrich"/>
              </a:defRPr>
            </a:lvl5pPr>
            <a:lvl6pPr lvl="5" rtl="0">
              <a:spcBef>
                <a:spcPts val="0"/>
              </a:spcBef>
              <a:spcAft>
                <a:spcPts val="0"/>
              </a:spcAft>
              <a:buSzPts val="3000"/>
              <a:buFont typeface="Aldrich"/>
              <a:buNone/>
              <a:defRPr>
                <a:latin typeface="Aldrich"/>
                <a:ea typeface="Aldrich"/>
                <a:cs typeface="Aldrich"/>
                <a:sym typeface="Aldrich"/>
              </a:defRPr>
            </a:lvl6pPr>
            <a:lvl7pPr lvl="6" rtl="0">
              <a:spcBef>
                <a:spcPts val="0"/>
              </a:spcBef>
              <a:spcAft>
                <a:spcPts val="0"/>
              </a:spcAft>
              <a:buSzPts val="3000"/>
              <a:buFont typeface="Aldrich"/>
              <a:buNone/>
              <a:defRPr>
                <a:latin typeface="Aldrich"/>
                <a:ea typeface="Aldrich"/>
                <a:cs typeface="Aldrich"/>
                <a:sym typeface="Aldrich"/>
              </a:defRPr>
            </a:lvl7pPr>
            <a:lvl8pPr lvl="7" rtl="0">
              <a:spcBef>
                <a:spcPts val="0"/>
              </a:spcBef>
              <a:spcAft>
                <a:spcPts val="0"/>
              </a:spcAft>
              <a:buSzPts val="3000"/>
              <a:buFont typeface="Aldrich"/>
              <a:buNone/>
              <a:defRPr>
                <a:latin typeface="Aldrich"/>
                <a:ea typeface="Aldrich"/>
                <a:cs typeface="Aldrich"/>
                <a:sym typeface="Aldrich"/>
              </a:defRPr>
            </a:lvl8pPr>
            <a:lvl9pPr lvl="8" rtl="0">
              <a:spcBef>
                <a:spcPts val="0"/>
              </a:spcBef>
              <a:spcAft>
                <a:spcPts val="0"/>
              </a:spcAft>
              <a:buSzPts val="3000"/>
              <a:buFont typeface="Aldrich"/>
              <a:buNone/>
              <a:defRPr>
                <a:latin typeface="Aldrich"/>
                <a:ea typeface="Aldrich"/>
                <a:cs typeface="Aldrich"/>
                <a:sym typeface="Aldrich"/>
              </a:defRPr>
            </a:lvl9pPr>
          </a:lstStyle>
          <a:p/>
        </p:txBody>
      </p:sp>
      <p:grpSp>
        <p:nvGrpSpPr>
          <p:cNvPr id="245" name="Google Shape;245;p20"/>
          <p:cNvGrpSpPr/>
          <p:nvPr/>
        </p:nvGrpSpPr>
        <p:grpSpPr>
          <a:xfrm>
            <a:off x="496925" y="1436601"/>
            <a:ext cx="8150150" cy="3151497"/>
            <a:chOff x="496925" y="1436601"/>
            <a:chExt cx="8150150" cy="3151497"/>
          </a:xfrm>
        </p:grpSpPr>
        <p:sp>
          <p:nvSpPr>
            <p:cNvPr id="246" name="Google Shape;246;p20"/>
            <p:cNvSpPr txBox="1"/>
            <p:nvPr/>
          </p:nvSpPr>
          <p:spPr>
            <a:xfrm>
              <a:off x="8430775" y="2030298"/>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1010010010110111</a:t>
              </a:r>
              <a:endParaRPr sz="1000">
                <a:solidFill>
                  <a:schemeClr val="dk1"/>
                </a:solidFill>
                <a:latin typeface="Open Sans"/>
                <a:ea typeface="Open Sans"/>
                <a:cs typeface="Open Sans"/>
                <a:sym typeface="Open Sans"/>
              </a:endParaRPr>
            </a:p>
          </p:txBody>
        </p:sp>
        <p:sp>
          <p:nvSpPr>
            <p:cNvPr id="247" name="Google Shape;247;p20"/>
            <p:cNvSpPr txBox="1"/>
            <p:nvPr/>
          </p:nvSpPr>
          <p:spPr>
            <a:xfrm>
              <a:off x="496925" y="14366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1001010100101010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48" name="Shape 248"/>
        <p:cNvGrpSpPr/>
        <p:nvPr/>
      </p:nvGrpSpPr>
      <p:grpSpPr>
        <a:xfrm>
          <a:off x="0" y="0"/>
          <a:ext cx="0" cy="0"/>
          <a:chOff x="0" y="0"/>
          <a:chExt cx="0" cy="0"/>
        </a:xfrm>
      </p:grpSpPr>
      <p:grpSp>
        <p:nvGrpSpPr>
          <p:cNvPr id="249" name="Google Shape;249;p21"/>
          <p:cNvGrpSpPr/>
          <p:nvPr/>
        </p:nvGrpSpPr>
        <p:grpSpPr>
          <a:xfrm>
            <a:off x="346800" y="255600"/>
            <a:ext cx="8450400" cy="4632300"/>
            <a:chOff x="346800" y="255600"/>
            <a:chExt cx="8450400" cy="4632300"/>
          </a:xfrm>
        </p:grpSpPr>
        <p:sp>
          <p:nvSpPr>
            <p:cNvPr id="250" name="Google Shape;250;p21"/>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51" name="Google Shape;251;p21"/>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52" name="Google Shape;252;p21"/>
            <p:cNvGrpSpPr/>
            <p:nvPr/>
          </p:nvGrpSpPr>
          <p:grpSpPr>
            <a:xfrm>
              <a:off x="8111150" y="433000"/>
              <a:ext cx="426200" cy="106500"/>
              <a:chOff x="1739575" y="4109150"/>
              <a:chExt cx="426200" cy="106500"/>
            </a:xfrm>
          </p:grpSpPr>
          <p:sp>
            <p:nvSpPr>
              <p:cNvPr id="253" name="Google Shape;253;p21"/>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54" name="Google Shape;254;p21"/>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55" name="Google Shape;255;p21"/>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256" name="Google Shape;256;p21"/>
          <p:cNvSpPr txBox="1"/>
          <p:nvPr>
            <p:ph idx="1" type="subTitle"/>
          </p:nvPr>
        </p:nvSpPr>
        <p:spPr>
          <a:xfrm>
            <a:off x="1206425" y="1854235"/>
            <a:ext cx="2811000" cy="108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57" name="Google Shape;257;p21"/>
          <p:cNvSpPr txBox="1"/>
          <p:nvPr>
            <p:ph idx="2" type="subTitle"/>
          </p:nvPr>
        </p:nvSpPr>
        <p:spPr>
          <a:xfrm>
            <a:off x="5032977" y="1854228"/>
            <a:ext cx="2811000" cy="108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58" name="Google Shape;258;p21"/>
          <p:cNvSpPr txBox="1"/>
          <p:nvPr>
            <p:ph idx="3" type="subTitle"/>
          </p:nvPr>
        </p:nvSpPr>
        <p:spPr>
          <a:xfrm>
            <a:off x="1206425" y="3390013"/>
            <a:ext cx="2811000" cy="108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59" name="Google Shape;259;p21"/>
          <p:cNvSpPr txBox="1"/>
          <p:nvPr>
            <p:ph idx="4" type="subTitle"/>
          </p:nvPr>
        </p:nvSpPr>
        <p:spPr>
          <a:xfrm>
            <a:off x="5032975" y="3390011"/>
            <a:ext cx="2811000" cy="108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60" name="Google Shape;260;p21"/>
          <p:cNvSpPr txBox="1"/>
          <p:nvPr>
            <p:ph idx="5" type="subTitle"/>
          </p:nvPr>
        </p:nvSpPr>
        <p:spPr>
          <a:xfrm>
            <a:off x="1206424" y="1549679"/>
            <a:ext cx="28110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61" name="Google Shape;261;p21"/>
          <p:cNvSpPr txBox="1"/>
          <p:nvPr>
            <p:ph idx="6" type="subTitle"/>
          </p:nvPr>
        </p:nvSpPr>
        <p:spPr>
          <a:xfrm>
            <a:off x="1206424" y="3085532"/>
            <a:ext cx="28110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62" name="Google Shape;262;p21"/>
          <p:cNvSpPr txBox="1"/>
          <p:nvPr>
            <p:ph idx="7" type="subTitle"/>
          </p:nvPr>
        </p:nvSpPr>
        <p:spPr>
          <a:xfrm>
            <a:off x="5032950" y="1549675"/>
            <a:ext cx="28110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63" name="Google Shape;263;p21"/>
          <p:cNvSpPr txBox="1"/>
          <p:nvPr>
            <p:ph idx="8" type="subTitle"/>
          </p:nvPr>
        </p:nvSpPr>
        <p:spPr>
          <a:xfrm>
            <a:off x="5032950" y="3085525"/>
            <a:ext cx="28110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64" name="Google Shape;264;p21"/>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3000"/>
              <a:buFont typeface="Aldrich"/>
              <a:buNone/>
              <a:defRPr>
                <a:latin typeface="Aldrich"/>
                <a:ea typeface="Aldrich"/>
                <a:cs typeface="Aldrich"/>
                <a:sym typeface="Aldrich"/>
              </a:defRPr>
            </a:lvl2pPr>
            <a:lvl3pPr lvl="2" rtl="0">
              <a:spcBef>
                <a:spcPts val="0"/>
              </a:spcBef>
              <a:spcAft>
                <a:spcPts val="0"/>
              </a:spcAft>
              <a:buSzPts val="3000"/>
              <a:buFont typeface="Aldrich"/>
              <a:buNone/>
              <a:defRPr>
                <a:latin typeface="Aldrich"/>
                <a:ea typeface="Aldrich"/>
                <a:cs typeface="Aldrich"/>
                <a:sym typeface="Aldrich"/>
              </a:defRPr>
            </a:lvl3pPr>
            <a:lvl4pPr lvl="3" rtl="0">
              <a:spcBef>
                <a:spcPts val="0"/>
              </a:spcBef>
              <a:spcAft>
                <a:spcPts val="0"/>
              </a:spcAft>
              <a:buSzPts val="3000"/>
              <a:buFont typeface="Aldrich"/>
              <a:buNone/>
              <a:defRPr>
                <a:latin typeface="Aldrich"/>
                <a:ea typeface="Aldrich"/>
                <a:cs typeface="Aldrich"/>
                <a:sym typeface="Aldrich"/>
              </a:defRPr>
            </a:lvl4pPr>
            <a:lvl5pPr lvl="4" rtl="0">
              <a:spcBef>
                <a:spcPts val="0"/>
              </a:spcBef>
              <a:spcAft>
                <a:spcPts val="0"/>
              </a:spcAft>
              <a:buSzPts val="3000"/>
              <a:buFont typeface="Aldrich"/>
              <a:buNone/>
              <a:defRPr>
                <a:latin typeface="Aldrich"/>
                <a:ea typeface="Aldrich"/>
                <a:cs typeface="Aldrich"/>
                <a:sym typeface="Aldrich"/>
              </a:defRPr>
            </a:lvl5pPr>
            <a:lvl6pPr lvl="5" rtl="0">
              <a:spcBef>
                <a:spcPts val="0"/>
              </a:spcBef>
              <a:spcAft>
                <a:spcPts val="0"/>
              </a:spcAft>
              <a:buSzPts val="3000"/>
              <a:buFont typeface="Aldrich"/>
              <a:buNone/>
              <a:defRPr>
                <a:latin typeface="Aldrich"/>
                <a:ea typeface="Aldrich"/>
                <a:cs typeface="Aldrich"/>
                <a:sym typeface="Aldrich"/>
              </a:defRPr>
            </a:lvl6pPr>
            <a:lvl7pPr lvl="6" rtl="0">
              <a:spcBef>
                <a:spcPts val="0"/>
              </a:spcBef>
              <a:spcAft>
                <a:spcPts val="0"/>
              </a:spcAft>
              <a:buSzPts val="3000"/>
              <a:buFont typeface="Aldrich"/>
              <a:buNone/>
              <a:defRPr>
                <a:latin typeface="Aldrich"/>
                <a:ea typeface="Aldrich"/>
                <a:cs typeface="Aldrich"/>
                <a:sym typeface="Aldrich"/>
              </a:defRPr>
            </a:lvl7pPr>
            <a:lvl8pPr lvl="7" rtl="0">
              <a:spcBef>
                <a:spcPts val="0"/>
              </a:spcBef>
              <a:spcAft>
                <a:spcPts val="0"/>
              </a:spcAft>
              <a:buSzPts val="3000"/>
              <a:buFont typeface="Aldrich"/>
              <a:buNone/>
              <a:defRPr>
                <a:latin typeface="Aldrich"/>
                <a:ea typeface="Aldrich"/>
                <a:cs typeface="Aldrich"/>
                <a:sym typeface="Aldrich"/>
              </a:defRPr>
            </a:lvl8pPr>
            <a:lvl9pPr lvl="8" rtl="0">
              <a:spcBef>
                <a:spcPts val="0"/>
              </a:spcBef>
              <a:spcAft>
                <a:spcPts val="0"/>
              </a:spcAft>
              <a:buSzPts val="3000"/>
              <a:buFont typeface="Aldrich"/>
              <a:buNone/>
              <a:defRPr>
                <a:latin typeface="Aldrich"/>
                <a:ea typeface="Aldrich"/>
                <a:cs typeface="Aldrich"/>
                <a:sym typeface="Aldrich"/>
              </a:defRPr>
            </a:lvl9pPr>
          </a:lstStyle>
          <a:p/>
        </p:txBody>
      </p:sp>
      <p:grpSp>
        <p:nvGrpSpPr>
          <p:cNvPr id="265" name="Google Shape;265;p21"/>
          <p:cNvGrpSpPr/>
          <p:nvPr/>
        </p:nvGrpSpPr>
        <p:grpSpPr>
          <a:xfrm>
            <a:off x="496925" y="855351"/>
            <a:ext cx="8150150" cy="3748650"/>
            <a:chOff x="496925" y="855351"/>
            <a:chExt cx="8150150" cy="3748650"/>
          </a:xfrm>
        </p:grpSpPr>
        <p:sp>
          <p:nvSpPr>
            <p:cNvPr id="266" name="Google Shape;266;p21"/>
            <p:cNvSpPr txBox="1"/>
            <p:nvPr/>
          </p:nvSpPr>
          <p:spPr>
            <a:xfrm>
              <a:off x="8430775" y="8553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1010010101001010</a:t>
              </a:r>
              <a:endParaRPr sz="1000">
                <a:solidFill>
                  <a:schemeClr val="dk1"/>
                </a:solidFill>
                <a:latin typeface="Open Sans"/>
                <a:ea typeface="Open Sans"/>
                <a:cs typeface="Open Sans"/>
                <a:sym typeface="Open Sans"/>
              </a:endParaRPr>
            </a:p>
          </p:txBody>
        </p:sp>
        <p:sp>
          <p:nvSpPr>
            <p:cNvPr id="267" name="Google Shape;267;p21"/>
            <p:cNvSpPr txBox="1"/>
            <p:nvPr/>
          </p:nvSpPr>
          <p:spPr>
            <a:xfrm>
              <a:off x="496925" y="2046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1001010101010100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68" name="Shape 268"/>
        <p:cNvGrpSpPr/>
        <p:nvPr/>
      </p:nvGrpSpPr>
      <p:grpSpPr>
        <a:xfrm>
          <a:off x="0" y="0"/>
          <a:ext cx="0" cy="0"/>
          <a:chOff x="0" y="0"/>
          <a:chExt cx="0" cy="0"/>
        </a:xfrm>
      </p:grpSpPr>
      <p:grpSp>
        <p:nvGrpSpPr>
          <p:cNvPr id="269" name="Google Shape;269;p22"/>
          <p:cNvGrpSpPr/>
          <p:nvPr/>
        </p:nvGrpSpPr>
        <p:grpSpPr>
          <a:xfrm>
            <a:off x="346800" y="255600"/>
            <a:ext cx="8450400" cy="4632300"/>
            <a:chOff x="346800" y="255600"/>
            <a:chExt cx="8450400" cy="4632300"/>
          </a:xfrm>
        </p:grpSpPr>
        <p:sp>
          <p:nvSpPr>
            <p:cNvPr id="270" name="Google Shape;270;p22"/>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1" name="Google Shape;271;p22"/>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72" name="Google Shape;272;p22"/>
            <p:cNvGrpSpPr/>
            <p:nvPr/>
          </p:nvGrpSpPr>
          <p:grpSpPr>
            <a:xfrm>
              <a:off x="8111150" y="433000"/>
              <a:ext cx="426200" cy="106500"/>
              <a:chOff x="1739575" y="4109150"/>
              <a:chExt cx="426200" cy="106500"/>
            </a:xfrm>
          </p:grpSpPr>
          <p:sp>
            <p:nvSpPr>
              <p:cNvPr id="273" name="Google Shape;273;p22"/>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4" name="Google Shape;274;p22"/>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5" name="Google Shape;275;p22"/>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276" name="Google Shape;276;p22"/>
          <p:cNvSpPr txBox="1"/>
          <p:nvPr>
            <p:ph idx="1" type="subTitle"/>
          </p:nvPr>
        </p:nvSpPr>
        <p:spPr>
          <a:xfrm>
            <a:off x="712900" y="2014951"/>
            <a:ext cx="2535600" cy="105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77" name="Google Shape;277;p22"/>
          <p:cNvSpPr txBox="1"/>
          <p:nvPr>
            <p:ph idx="2" type="subTitle"/>
          </p:nvPr>
        </p:nvSpPr>
        <p:spPr>
          <a:xfrm>
            <a:off x="3248550" y="2014961"/>
            <a:ext cx="2649000" cy="105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78" name="Google Shape;278;p22"/>
          <p:cNvSpPr txBox="1"/>
          <p:nvPr>
            <p:ph idx="3" type="subTitle"/>
          </p:nvPr>
        </p:nvSpPr>
        <p:spPr>
          <a:xfrm>
            <a:off x="712900" y="3539850"/>
            <a:ext cx="2535600" cy="105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79" name="Google Shape;279;p22"/>
          <p:cNvSpPr txBox="1"/>
          <p:nvPr>
            <p:ph idx="4" type="subTitle"/>
          </p:nvPr>
        </p:nvSpPr>
        <p:spPr>
          <a:xfrm>
            <a:off x="3248562" y="3539852"/>
            <a:ext cx="2649000" cy="105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80" name="Google Shape;280;p22"/>
          <p:cNvSpPr txBox="1"/>
          <p:nvPr>
            <p:ph idx="5" type="subTitle"/>
          </p:nvPr>
        </p:nvSpPr>
        <p:spPr>
          <a:xfrm>
            <a:off x="5895106" y="2014957"/>
            <a:ext cx="2535600" cy="105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81" name="Google Shape;281;p22"/>
          <p:cNvSpPr txBox="1"/>
          <p:nvPr>
            <p:ph idx="6" type="subTitle"/>
          </p:nvPr>
        </p:nvSpPr>
        <p:spPr>
          <a:xfrm>
            <a:off x="5895126" y="3539850"/>
            <a:ext cx="2535600" cy="105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82" name="Google Shape;282;p22"/>
          <p:cNvSpPr txBox="1"/>
          <p:nvPr>
            <p:ph idx="7" type="subTitle"/>
          </p:nvPr>
        </p:nvSpPr>
        <p:spPr>
          <a:xfrm>
            <a:off x="712900" y="1550750"/>
            <a:ext cx="2535600" cy="456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83" name="Google Shape;283;p22"/>
          <p:cNvSpPr txBox="1"/>
          <p:nvPr>
            <p:ph idx="8" type="subTitle"/>
          </p:nvPr>
        </p:nvSpPr>
        <p:spPr>
          <a:xfrm>
            <a:off x="3248548" y="1550750"/>
            <a:ext cx="2646600" cy="456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84" name="Google Shape;284;p22"/>
          <p:cNvSpPr txBox="1"/>
          <p:nvPr>
            <p:ph idx="9" type="subTitle"/>
          </p:nvPr>
        </p:nvSpPr>
        <p:spPr>
          <a:xfrm>
            <a:off x="5895103" y="1550750"/>
            <a:ext cx="2533200" cy="456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85" name="Google Shape;285;p22"/>
          <p:cNvSpPr txBox="1"/>
          <p:nvPr>
            <p:ph idx="13" type="subTitle"/>
          </p:nvPr>
        </p:nvSpPr>
        <p:spPr>
          <a:xfrm>
            <a:off x="712900" y="3078057"/>
            <a:ext cx="2535600" cy="456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86" name="Google Shape;286;p22"/>
          <p:cNvSpPr txBox="1"/>
          <p:nvPr>
            <p:ph idx="14" type="subTitle"/>
          </p:nvPr>
        </p:nvSpPr>
        <p:spPr>
          <a:xfrm>
            <a:off x="3248548" y="3078054"/>
            <a:ext cx="2646600" cy="456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87" name="Google Shape;287;p22"/>
          <p:cNvSpPr txBox="1"/>
          <p:nvPr>
            <p:ph idx="15" type="subTitle"/>
          </p:nvPr>
        </p:nvSpPr>
        <p:spPr>
          <a:xfrm>
            <a:off x="5895101" y="3078050"/>
            <a:ext cx="2535600" cy="4563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Aldrich"/>
              <a:buNone/>
              <a:defRPr b="1" sz="2000">
                <a:solidFill>
                  <a:schemeClr val="dk1"/>
                </a:solidFill>
                <a:latin typeface="Aldrich"/>
                <a:ea typeface="Aldrich"/>
                <a:cs typeface="Aldrich"/>
                <a:sym typeface="Aldrich"/>
              </a:defRPr>
            </a:lvl1pPr>
            <a:lvl2pPr lvl="1" rtl="0" algn="ctr">
              <a:lnSpc>
                <a:spcPct val="100000"/>
              </a:lnSpc>
              <a:spcBef>
                <a:spcPts val="0"/>
              </a:spcBef>
              <a:spcAft>
                <a:spcPts val="0"/>
              </a:spcAft>
              <a:buSzPts val="2400"/>
              <a:buFont typeface="Aldrich"/>
              <a:buNone/>
              <a:defRPr b="1" sz="2400">
                <a:latin typeface="Aldrich"/>
                <a:ea typeface="Aldrich"/>
                <a:cs typeface="Aldrich"/>
                <a:sym typeface="Aldrich"/>
              </a:defRPr>
            </a:lvl2pPr>
            <a:lvl3pPr lvl="2" rtl="0" algn="ctr">
              <a:lnSpc>
                <a:spcPct val="100000"/>
              </a:lnSpc>
              <a:spcBef>
                <a:spcPts val="0"/>
              </a:spcBef>
              <a:spcAft>
                <a:spcPts val="0"/>
              </a:spcAft>
              <a:buSzPts val="2400"/>
              <a:buFont typeface="Aldrich"/>
              <a:buNone/>
              <a:defRPr b="1" sz="2400">
                <a:latin typeface="Aldrich"/>
                <a:ea typeface="Aldrich"/>
                <a:cs typeface="Aldrich"/>
                <a:sym typeface="Aldrich"/>
              </a:defRPr>
            </a:lvl3pPr>
            <a:lvl4pPr lvl="3" rtl="0" algn="ctr">
              <a:lnSpc>
                <a:spcPct val="100000"/>
              </a:lnSpc>
              <a:spcBef>
                <a:spcPts val="0"/>
              </a:spcBef>
              <a:spcAft>
                <a:spcPts val="0"/>
              </a:spcAft>
              <a:buSzPts val="2400"/>
              <a:buFont typeface="Aldrich"/>
              <a:buNone/>
              <a:defRPr b="1" sz="2400">
                <a:latin typeface="Aldrich"/>
                <a:ea typeface="Aldrich"/>
                <a:cs typeface="Aldrich"/>
                <a:sym typeface="Aldrich"/>
              </a:defRPr>
            </a:lvl4pPr>
            <a:lvl5pPr lvl="4" rtl="0" algn="ctr">
              <a:lnSpc>
                <a:spcPct val="100000"/>
              </a:lnSpc>
              <a:spcBef>
                <a:spcPts val="0"/>
              </a:spcBef>
              <a:spcAft>
                <a:spcPts val="0"/>
              </a:spcAft>
              <a:buSzPts val="2400"/>
              <a:buFont typeface="Aldrich"/>
              <a:buNone/>
              <a:defRPr b="1" sz="2400">
                <a:latin typeface="Aldrich"/>
                <a:ea typeface="Aldrich"/>
                <a:cs typeface="Aldrich"/>
                <a:sym typeface="Aldrich"/>
              </a:defRPr>
            </a:lvl5pPr>
            <a:lvl6pPr lvl="5" rtl="0" algn="ctr">
              <a:lnSpc>
                <a:spcPct val="100000"/>
              </a:lnSpc>
              <a:spcBef>
                <a:spcPts val="0"/>
              </a:spcBef>
              <a:spcAft>
                <a:spcPts val="0"/>
              </a:spcAft>
              <a:buSzPts val="2400"/>
              <a:buFont typeface="Aldrich"/>
              <a:buNone/>
              <a:defRPr b="1" sz="2400">
                <a:latin typeface="Aldrich"/>
                <a:ea typeface="Aldrich"/>
                <a:cs typeface="Aldrich"/>
                <a:sym typeface="Aldrich"/>
              </a:defRPr>
            </a:lvl6pPr>
            <a:lvl7pPr lvl="6" rtl="0" algn="ctr">
              <a:lnSpc>
                <a:spcPct val="100000"/>
              </a:lnSpc>
              <a:spcBef>
                <a:spcPts val="0"/>
              </a:spcBef>
              <a:spcAft>
                <a:spcPts val="0"/>
              </a:spcAft>
              <a:buSzPts val="2400"/>
              <a:buFont typeface="Aldrich"/>
              <a:buNone/>
              <a:defRPr b="1" sz="2400">
                <a:latin typeface="Aldrich"/>
                <a:ea typeface="Aldrich"/>
                <a:cs typeface="Aldrich"/>
                <a:sym typeface="Aldrich"/>
              </a:defRPr>
            </a:lvl7pPr>
            <a:lvl8pPr lvl="7" rtl="0" algn="ctr">
              <a:lnSpc>
                <a:spcPct val="100000"/>
              </a:lnSpc>
              <a:spcBef>
                <a:spcPts val="0"/>
              </a:spcBef>
              <a:spcAft>
                <a:spcPts val="0"/>
              </a:spcAft>
              <a:buSzPts val="2400"/>
              <a:buFont typeface="Aldrich"/>
              <a:buNone/>
              <a:defRPr b="1" sz="2400">
                <a:latin typeface="Aldrich"/>
                <a:ea typeface="Aldrich"/>
                <a:cs typeface="Aldrich"/>
                <a:sym typeface="Aldrich"/>
              </a:defRPr>
            </a:lvl8pPr>
            <a:lvl9pPr lvl="8" rtl="0" algn="ctr">
              <a:lnSpc>
                <a:spcPct val="100000"/>
              </a:lnSpc>
              <a:spcBef>
                <a:spcPts val="0"/>
              </a:spcBef>
              <a:spcAft>
                <a:spcPts val="0"/>
              </a:spcAft>
              <a:buSzPts val="2400"/>
              <a:buFont typeface="Aldrich"/>
              <a:buNone/>
              <a:defRPr b="1" sz="2400">
                <a:latin typeface="Aldrich"/>
                <a:ea typeface="Aldrich"/>
                <a:cs typeface="Aldrich"/>
                <a:sym typeface="Aldrich"/>
              </a:defRPr>
            </a:lvl9pPr>
          </a:lstStyle>
          <a:p/>
        </p:txBody>
      </p:sp>
      <p:sp>
        <p:nvSpPr>
          <p:cNvPr id="288" name="Google Shape;288;p22"/>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3000"/>
              <a:buFont typeface="Aldrich"/>
              <a:buNone/>
              <a:defRPr>
                <a:latin typeface="Aldrich"/>
                <a:ea typeface="Aldrich"/>
                <a:cs typeface="Aldrich"/>
                <a:sym typeface="Aldrich"/>
              </a:defRPr>
            </a:lvl2pPr>
            <a:lvl3pPr lvl="2" rtl="0">
              <a:spcBef>
                <a:spcPts val="0"/>
              </a:spcBef>
              <a:spcAft>
                <a:spcPts val="0"/>
              </a:spcAft>
              <a:buSzPts val="3000"/>
              <a:buFont typeface="Aldrich"/>
              <a:buNone/>
              <a:defRPr>
                <a:latin typeface="Aldrich"/>
                <a:ea typeface="Aldrich"/>
                <a:cs typeface="Aldrich"/>
                <a:sym typeface="Aldrich"/>
              </a:defRPr>
            </a:lvl3pPr>
            <a:lvl4pPr lvl="3" rtl="0">
              <a:spcBef>
                <a:spcPts val="0"/>
              </a:spcBef>
              <a:spcAft>
                <a:spcPts val="0"/>
              </a:spcAft>
              <a:buSzPts val="3000"/>
              <a:buFont typeface="Aldrich"/>
              <a:buNone/>
              <a:defRPr>
                <a:latin typeface="Aldrich"/>
                <a:ea typeface="Aldrich"/>
                <a:cs typeface="Aldrich"/>
                <a:sym typeface="Aldrich"/>
              </a:defRPr>
            </a:lvl4pPr>
            <a:lvl5pPr lvl="4" rtl="0">
              <a:spcBef>
                <a:spcPts val="0"/>
              </a:spcBef>
              <a:spcAft>
                <a:spcPts val="0"/>
              </a:spcAft>
              <a:buSzPts val="3000"/>
              <a:buFont typeface="Aldrich"/>
              <a:buNone/>
              <a:defRPr>
                <a:latin typeface="Aldrich"/>
                <a:ea typeface="Aldrich"/>
                <a:cs typeface="Aldrich"/>
                <a:sym typeface="Aldrich"/>
              </a:defRPr>
            </a:lvl5pPr>
            <a:lvl6pPr lvl="5" rtl="0">
              <a:spcBef>
                <a:spcPts val="0"/>
              </a:spcBef>
              <a:spcAft>
                <a:spcPts val="0"/>
              </a:spcAft>
              <a:buSzPts val="3000"/>
              <a:buFont typeface="Aldrich"/>
              <a:buNone/>
              <a:defRPr>
                <a:latin typeface="Aldrich"/>
                <a:ea typeface="Aldrich"/>
                <a:cs typeface="Aldrich"/>
                <a:sym typeface="Aldrich"/>
              </a:defRPr>
            </a:lvl6pPr>
            <a:lvl7pPr lvl="6" rtl="0">
              <a:spcBef>
                <a:spcPts val="0"/>
              </a:spcBef>
              <a:spcAft>
                <a:spcPts val="0"/>
              </a:spcAft>
              <a:buSzPts val="3000"/>
              <a:buFont typeface="Aldrich"/>
              <a:buNone/>
              <a:defRPr>
                <a:latin typeface="Aldrich"/>
                <a:ea typeface="Aldrich"/>
                <a:cs typeface="Aldrich"/>
                <a:sym typeface="Aldrich"/>
              </a:defRPr>
            </a:lvl7pPr>
            <a:lvl8pPr lvl="7" rtl="0">
              <a:spcBef>
                <a:spcPts val="0"/>
              </a:spcBef>
              <a:spcAft>
                <a:spcPts val="0"/>
              </a:spcAft>
              <a:buSzPts val="3000"/>
              <a:buFont typeface="Aldrich"/>
              <a:buNone/>
              <a:defRPr>
                <a:latin typeface="Aldrich"/>
                <a:ea typeface="Aldrich"/>
                <a:cs typeface="Aldrich"/>
                <a:sym typeface="Aldrich"/>
              </a:defRPr>
            </a:lvl8pPr>
            <a:lvl9pPr lvl="8" rtl="0">
              <a:spcBef>
                <a:spcPts val="0"/>
              </a:spcBef>
              <a:spcAft>
                <a:spcPts val="0"/>
              </a:spcAft>
              <a:buSzPts val="3000"/>
              <a:buFont typeface="Aldrich"/>
              <a:buNone/>
              <a:defRPr>
                <a:latin typeface="Aldrich"/>
                <a:ea typeface="Aldrich"/>
                <a:cs typeface="Aldrich"/>
                <a:sym typeface="Aldrich"/>
              </a:defRPr>
            </a:lvl9pPr>
          </a:lstStyle>
          <a:p/>
        </p:txBody>
      </p:sp>
      <p:grpSp>
        <p:nvGrpSpPr>
          <p:cNvPr id="289" name="Google Shape;289;p22"/>
          <p:cNvGrpSpPr/>
          <p:nvPr/>
        </p:nvGrpSpPr>
        <p:grpSpPr>
          <a:xfrm>
            <a:off x="496925" y="1436601"/>
            <a:ext cx="8150150" cy="3151497"/>
            <a:chOff x="496925" y="1436601"/>
            <a:chExt cx="8150150" cy="3151497"/>
          </a:xfrm>
        </p:grpSpPr>
        <p:sp>
          <p:nvSpPr>
            <p:cNvPr id="290" name="Google Shape;290;p22"/>
            <p:cNvSpPr txBox="1"/>
            <p:nvPr/>
          </p:nvSpPr>
          <p:spPr>
            <a:xfrm>
              <a:off x="8430775" y="2030298"/>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1010010010110111</a:t>
              </a:r>
              <a:endParaRPr sz="1000">
                <a:solidFill>
                  <a:schemeClr val="dk1"/>
                </a:solidFill>
                <a:latin typeface="Open Sans"/>
                <a:ea typeface="Open Sans"/>
                <a:cs typeface="Open Sans"/>
                <a:sym typeface="Open Sans"/>
              </a:endParaRPr>
            </a:p>
          </p:txBody>
        </p:sp>
        <p:sp>
          <p:nvSpPr>
            <p:cNvPr id="291" name="Google Shape;291;p22"/>
            <p:cNvSpPr txBox="1"/>
            <p:nvPr/>
          </p:nvSpPr>
          <p:spPr>
            <a:xfrm>
              <a:off x="496925" y="14366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1001010100101010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92" name="Shape 292"/>
        <p:cNvGrpSpPr/>
        <p:nvPr/>
      </p:nvGrpSpPr>
      <p:grpSpPr>
        <a:xfrm>
          <a:off x="0" y="0"/>
          <a:ext cx="0" cy="0"/>
          <a:chOff x="0" y="0"/>
          <a:chExt cx="0" cy="0"/>
        </a:xfrm>
      </p:grpSpPr>
      <p:grpSp>
        <p:nvGrpSpPr>
          <p:cNvPr id="293" name="Google Shape;293;p23"/>
          <p:cNvGrpSpPr/>
          <p:nvPr/>
        </p:nvGrpSpPr>
        <p:grpSpPr>
          <a:xfrm>
            <a:off x="346800" y="255600"/>
            <a:ext cx="8450400" cy="4632300"/>
            <a:chOff x="346800" y="255600"/>
            <a:chExt cx="8450400" cy="4632300"/>
          </a:xfrm>
        </p:grpSpPr>
        <p:sp>
          <p:nvSpPr>
            <p:cNvPr id="294" name="Google Shape;294;p23"/>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5" name="Google Shape;295;p23"/>
            <p:cNvSpPr/>
            <p:nvPr/>
          </p:nvSpPr>
          <p:spPr>
            <a:xfrm>
              <a:off x="346800" y="255600"/>
              <a:ext cx="8450400" cy="4260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96" name="Google Shape;296;p23"/>
            <p:cNvGrpSpPr/>
            <p:nvPr/>
          </p:nvGrpSpPr>
          <p:grpSpPr>
            <a:xfrm>
              <a:off x="8111150" y="433000"/>
              <a:ext cx="426200" cy="106500"/>
              <a:chOff x="1739575" y="4109150"/>
              <a:chExt cx="426200" cy="106500"/>
            </a:xfrm>
          </p:grpSpPr>
          <p:sp>
            <p:nvSpPr>
              <p:cNvPr id="297" name="Google Shape;297;p23"/>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8" name="Google Shape;298;p23"/>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9" name="Google Shape;299;p23"/>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
        <p:nvSpPr>
          <p:cNvPr id="300" name="Google Shape;300;p23"/>
          <p:cNvSpPr txBox="1"/>
          <p:nvPr>
            <p:ph type="title"/>
          </p:nvPr>
        </p:nvSpPr>
        <p:spPr>
          <a:xfrm>
            <a:off x="2347938" y="752375"/>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6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1" name="Google Shape;301;p23"/>
          <p:cNvSpPr txBox="1"/>
          <p:nvPr>
            <p:ph idx="1" type="subTitle"/>
          </p:nvPr>
        </p:nvSpPr>
        <p:spPr>
          <a:xfrm>
            <a:off x="1899650" y="2055875"/>
            <a:ext cx="3708900" cy="14688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02" name="Google Shape;302;p23"/>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Open Sans"/>
                <a:ea typeface="Open Sans"/>
                <a:cs typeface="Open Sans"/>
                <a:sym typeface="Open Sans"/>
              </a:rPr>
              <a:t>CREDITS:</a:t>
            </a:r>
            <a:r>
              <a:rPr lang="en" sz="1000">
                <a:solidFill>
                  <a:schemeClr val="dk1"/>
                </a:solidFill>
                <a:latin typeface="Open Sans"/>
                <a:ea typeface="Open Sans"/>
                <a:cs typeface="Open Sans"/>
                <a:sym typeface="Open Sans"/>
              </a:rPr>
              <a:t> This presentation template was created by </a:t>
            </a:r>
            <a:r>
              <a:rPr b="1" lang="en" sz="1000" u="sng">
                <a:solidFill>
                  <a:schemeClr val="hlink"/>
                </a:solidFill>
                <a:latin typeface="Open Sans"/>
                <a:ea typeface="Open Sans"/>
                <a:cs typeface="Open Sans"/>
                <a:sym typeface="Open Sans"/>
                <a:hlinkClick r:id="rId2"/>
              </a:rPr>
              <a:t>Slidesgo</a:t>
            </a:r>
            <a:r>
              <a:rPr lang="en" sz="1000">
                <a:solidFill>
                  <a:schemeClr val="dk1"/>
                </a:solidFill>
                <a:latin typeface="Open Sans"/>
                <a:ea typeface="Open Sans"/>
                <a:cs typeface="Open Sans"/>
                <a:sym typeface="Open Sans"/>
              </a:rPr>
              <a:t>, and includes icons by </a:t>
            </a:r>
            <a:r>
              <a:rPr b="1" lang="en" sz="10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 sz="1000">
                <a:solidFill>
                  <a:schemeClr val="dk1"/>
                </a:solidFill>
                <a:latin typeface="Open Sans"/>
                <a:ea typeface="Open Sans"/>
                <a:cs typeface="Open Sans"/>
                <a:sym typeface="Open Sans"/>
              </a:rPr>
              <a:t>, and infographics &amp; images by </a:t>
            </a:r>
            <a:r>
              <a:rPr b="1" lang="en" sz="10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 sz="1000" u="sng">
                <a:solidFill>
                  <a:schemeClr val="dk1"/>
                </a:solidFill>
                <a:latin typeface="Open Sans"/>
                <a:ea typeface="Open Sans"/>
                <a:cs typeface="Open Sans"/>
                <a:sym typeface="Open Sans"/>
              </a:rPr>
              <a:t> </a:t>
            </a:r>
            <a:endParaRPr b="1" sz="1000" u="sng">
              <a:solidFill>
                <a:schemeClr val="dk1"/>
              </a:solidFill>
              <a:latin typeface="Open Sans"/>
              <a:ea typeface="Open Sans"/>
              <a:cs typeface="Open Sans"/>
              <a:sym typeface="Open Sans"/>
            </a:endParaRPr>
          </a:p>
        </p:txBody>
      </p:sp>
      <p:grpSp>
        <p:nvGrpSpPr>
          <p:cNvPr id="303" name="Google Shape;303;p23"/>
          <p:cNvGrpSpPr/>
          <p:nvPr/>
        </p:nvGrpSpPr>
        <p:grpSpPr>
          <a:xfrm>
            <a:off x="496925" y="1436601"/>
            <a:ext cx="8150150" cy="3151497"/>
            <a:chOff x="496925" y="1436601"/>
            <a:chExt cx="8150150" cy="3151497"/>
          </a:xfrm>
        </p:grpSpPr>
        <p:sp>
          <p:nvSpPr>
            <p:cNvPr id="304" name="Google Shape;304;p23"/>
            <p:cNvSpPr txBox="1"/>
            <p:nvPr/>
          </p:nvSpPr>
          <p:spPr>
            <a:xfrm>
              <a:off x="8430775" y="2030298"/>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1010010010110111</a:t>
              </a:r>
              <a:endParaRPr sz="1000">
                <a:solidFill>
                  <a:schemeClr val="dk1"/>
                </a:solidFill>
                <a:latin typeface="Open Sans"/>
                <a:ea typeface="Open Sans"/>
                <a:cs typeface="Open Sans"/>
                <a:sym typeface="Open Sans"/>
              </a:endParaRPr>
            </a:p>
          </p:txBody>
        </p:sp>
        <p:sp>
          <p:nvSpPr>
            <p:cNvPr id="305" name="Google Shape;305;p23"/>
            <p:cNvSpPr txBox="1"/>
            <p:nvPr/>
          </p:nvSpPr>
          <p:spPr>
            <a:xfrm>
              <a:off x="496925" y="14366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1001010100101010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06" name="Shape 306"/>
        <p:cNvGrpSpPr/>
        <p:nvPr/>
      </p:nvGrpSpPr>
      <p:grpSpPr>
        <a:xfrm>
          <a:off x="0" y="0"/>
          <a:ext cx="0" cy="0"/>
          <a:chOff x="0" y="0"/>
          <a:chExt cx="0" cy="0"/>
        </a:xfrm>
      </p:grpSpPr>
      <p:grpSp>
        <p:nvGrpSpPr>
          <p:cNvPr id="307" name="Google Shape;307;p24"/>
          <p:cNvGrpSpPr/>
          <p:nvPr/>
        </p:nvGrpSpPr>
        <p:grpSpPr>
          <a:xfrm>
            <a:off x="346800" y="255600"/>
            <a:ext cx="8450400" cy="4632300"/>
            <a:chOff x="346800" y="255600"/>
            <a:chExt cx="8450400" cy="4632300"/>
          </a:xfrm>
        </p:grpSpPr>
        <p:sp>
          <p:nvSpPr>
            <p:cNvPr id="308" name="Google Shape;308;p24"/>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09" name="Google Shape;309;p24"/>
            <p:cNvSpPr/>
            <p:nvPr/>
          </p:nvSpPr>
          <p:spPr>
            <a:xfrm>
              <a:off x="346800" y="255600"/>
              <a:ext cx="8450400" cy="4260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10" name="Google Shape;310;p24"/>
            <p:cNvGrpSpPr/>
            <p:nvPr/>
          </p:nvGrpSpPr>
          <p:grpSpPr>
            <a:xfrm>
              <a:off x="8111150" y="433000"/>
              <a:ext cx="426200" cy="106500"/>
              <a:chOff x="1739575" y="4109150"/>
              <a:chExt cx="426200" cy="106500"/>
            </a:xfrm>
          </p:grpSpPr>
          <p:sp>
            <p:nvSpPr>
              <p:cNvPr id="311" name="Google Shape;311;p24"/>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2" name="Google Shape;312;p24"/>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3" name="Google Shape;313;p24"/>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314" name="Google Shape;314;p24"/>
          <p:cNvGrpSpPr/>
          <p:nvPr/>
        </p:nvGrpSpPr>
        <p:grpSpPr>
          <a:xfrm>
            <a:off x="496925" y="1007751"/>
            <a:ext cx="8150150" cy="3215250"/>
            <a:chOff x="496925" y="1007751"/>
            <a:chExt cx="8150150" cy="3215250"/>
          </a:xfrm>
        </p:grpSpPr>
        <p:sp>
          <p:nvSpPr>
            <p:cNvPr id="315" name="Google Shape;315;p24"/>
            <p:cNvSpPr txBox="1"/>
            <p:nvPr/>
          </p:nvSpPr>
          <p:spPr>
            <a:xfrm>
              <a:off x="8430775" y="100775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1100101010101110</a:t>
              </a:r>
              <a:endParaRPr sz="1000">
                <a:solidFill>
                  <a:schemeClr val="dk1"/>
                </a:solidFill>
                <a:latin typeface="Open Sans"/>
                <a:ea typeface="Open Sans"/>
                <a:cs typeface="Open Sans"/>
                <a:sym typeface="Open Sans"/>
              </a:endParaRPr>
            </a:p>
          </p:txBody>
        </p:sp>
        <p:sp>
          <p:nvSpPr>
            <p:cNvPr id="316" name="Google Shape;316;p24"/>
            <p:cNvSpPr txBox="1"/>
            <p:nvPr/>
          </p:nvSpPr>
          <p:spPr>
            <a:xfrm>
              <a:off x="496925" y="16652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101010111000111</a:t>
              </a:r>
              <a:endParaRPr sz="1000">
                <a:solidFill>
                  <a:schemeClr val="dk1"/>
                </a:solidFill>
                <a:latin typeface="Open Sans"/>
                <a:ea typeface="Open Sans"/>
                <a:cs typeface="Open Sans"/>
                <a:sym typeface="Open Sans"/>
              </a:endParaRPr>
            </a:p>
            <a:p>
              <a:pPr indent="0" lvl="0" marL="0" rtl="0" algn="ctr">
                <a:spcBef>
                  <a:spcPts val="0"/>
                </a:spcBef>
                <a:spcAft>
                  <a:spcPts val="0"/>
                </a:spcAft>
                <a:buNone/>
              </a:pPr>
              <a:r>
                <a:rPr lang="en" sz="1000">
                  <a:solidFill>
                    <a:schemeClr val="dk1"/>
                  </a:solidFill>
                  <a:latin typeface="Open Sans"/>
                  <a:ea typeface="Open Sans"/>
                  <a:cs typeface="Open Sans"/>
                  <a:sym typeface="Open Sans"/>
                </a:rPr>
                <a:t>0</a:t>
              </a:r>
              <a:endParaRPr sz="1000">
                <a:solidFill>
                  <a:schemeClr val="dk1"/>
                </a:solidFill>
                <a:latin typeface="Open Sans"/>
                <a:ea typeface="Open Sans"/>
                <a:cs typeface="Open Sans"/>
                <a:sym typeface="Open Sans"/>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17" name="Shape 317"/>
        <p:cNvGrpSpPr/>
        <p:nvPr/>
      </p:nvGrpSpPr>
      <p:grpSpPr>
        <a:xfrm>
          <a:off x="0" y="0"/>
          <a:ext cx="0" cy="0"/>
          <a:chOff x="0" y="0"/>
          <a:chExt cx="0" cy="0"/>
        </a:xfrm>
      </p:grpSpPr>
      <p:grpSp>
        <p:nvGrpSpPr>
          <p:cNvPr id="318" name="Google Shape;318;p25"/>
          <p:cNvGrpSpPr/>
          <p:nvPr/>
        </p:nvGrpSpPr>
        <p:grpSpPr>
          <a:xfrm>
            <a:off x="346800" y="255600"/>
            <a:ext cx="8450400" cy="4632300"/>
            <a:chOff x="346800" y="255600"/>
            <a:chExt cx="8450400" cy="4632300"/>
          </a:xfrm>
        </p:grpSpPr>
        <p:sp>
          <p:nvSpPr>
            <p:cNvPr id="319" name="Google Shape;319;p25"/>
            <p:cNvSpPr/>
            <p:nvPr/>
          </p:nvSpPr>
          <p:spPr>
            <a:xfrm>
              <a:off x="346800" y="255600"/>
              <a:ext cx="8450400" cy="4632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0" name="Google Shape;320;p25"/>
            <p:cNvSpPr/>
            <p:nvPr/>
          </p:nvSpPr>
          <p:spPr>
            <a:xfrm>
              <a:off x="346800" y="255600"/>
              <a:ext cx="8450400" cy="4260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21" name="Google Shape;321;p25"/>
            <p:cNvGrpSpPr/>
            <p:nvPr/>
          </p:nvGrpSpPr>
          <p:grpSpPr>
            <a:xfrm>
              <a:off x="8111150" y="433000"/>
              <a:ext cx="426200" cy="106500"/>
              <a:chOff x="1739575" y="4109150"/>
              <a:chExt cx="426200" cy="106500"/>
            </a:xfrm>
          </p:grpSpPr>
          <p:sp>
            <p:nvSpPr>
              <p:cNvPr id="322" name="Google Shape;322;p25"/>
              <p:cNvSpPr/>
              <p:nvPr/>
            </p:nvSpPr>
            <p:spPr>
              <a:xfrm>
                <a:off x="17395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3" name="Google Shape;323;p25"/>
              <p:cNvSpPr/>
              <p:nvPr/>
            </p:nvSpPr>
            <p:spPr>
              <a:xfrm>
                <a:off x="189942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4" name="Google Shape;324;p25"/>
              <p:cNvSpPr/>
              <p:nvPr/>
            </p:nvSpPr>
            <p:spPr>
              <a:xfrm>
                <a:off x="2059275" y="4109150"/>
                <a:ext cx="106500" cy="106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325" name="Google Shape;325;p25"/>
          <p:cNvGrpSpPr/>
          <p:nvPr/>
        </p:nvGrpSpPr>
        <p:grpSpPr>
          <a:xfrm>
            <a:off x="496925" y="1436601"/>
            <a:ext cx="8150150" cy="3151497"/>
            <a:chOff x="496925" y="1436601"/>
            <a:chExt cx="8150150" cy="3151497"/>
          </a:xfrm>
        </p:grpSpPr>
        <p:sp>
          <p:nvSpPr>
            <p:cNvPr id="326" name="Google Shape;326;p25"/>
            <p:cNvSpPr txBox="1"/>
            <p:nvPr/>
          </p:nvSpPr>
          <p:spPr>
            <a:xfrm>
              <a:off x="8430775" y="2030298"/>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1010010010110111</a:t>
              </a:r>
              <a:endParaRPr sz="1000">
                <a:solidFill>
                  <a:schemeClr val="dk1"/>
                </a:solidFill>
                <a:latin typeface="Open Sans"/>
                <a:ea typeface="Open Sans"/>
                <a:cs typeface="Open Sans"/>
                <a:sym typeface="Open Sans"/>
              </a:endParaRPr>
            </a:p>
          </p:txBody>
        </p:sp>
        <p:sp>
          <p:nvSpPr>
            <p:cNvPr id="327" name="Google Shape;327;p25"/>
            <p:cNvSpPr txBox="1"/>
            <p:nvPr/>
          </p:nvSpPr>
          <p:spPr>
            <a:xfrm>
              <a:off x="496925" y="14366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1001010100101010</a:t>
              </a:r>
              <a:endParaRPr sz="1000">
                <a:solidFill>
                  <a:schemeClr val="dk1"/>
                </a:solidFill>
                <a:latin typeface="Open Sans"/>
                <a:ea typeface="Open Sans"/>
                <a:cs typeface="Open Sans"/>
                <a:sym typeface="Open Sa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Aldrich"/>
              <a:buNone/>
              <a:defRPr b="1" sz="2800">
                <a:solidFill>
                  <a:schemeClr val="dk1"/>
                </a:solidFill>
                <a:latin typeface="Aldrich"/>
                <a:ea typeface="Aldrich"/>
                <a:cs typeface="Aldrich"/>
                <a:sym typeface="Aldrich"/>
              </a:defRPr>
            </a:lvl1pPr>
            <a:lvl2pPr lvl="1" rtl="0">
              <a:spcBef>
                <a:spcPts val="0"/>
              </a:spcBef>
              <a:spcAft>
                <a:spcPts val="0"/>
              </a:spcAft>
              <a:buClr>
                <a:schemeClr val="dk1"/>
              </a:buClr>
              <a:buSzPts val="3000"/>
              <a:buFont typeface="Aldrich"/>
              <a:buNone/>
              <a:defRPr b="1" sz="3000">
                <a:solidFill>
                  <a:schemeClr val="dk1"/>
                </a:solidFill>
                <a:latin typeface="Aldrich"/>
                <a:ea typeface="Aldrich"/>
                <a:cs typeface="Aldrich"/>
                <a:sym typeface="Aldrich"/>
              </a:defRPr>
            </a:lvl2pPr>
            <a:lvl3pPr lvl="2" rtl="0">
              <a:spcBef>
                <a:spcPts val="0"/>
              </a:spcBef>
              <a:spcAft>
                <a:spcPts val="0"/>
              </a:spcAft>
              <a:buClr>
                <a:schemeClr val="dk1"/>
              </a:buClr>
              <a:buSzPts val="3000"/>
              <a:buFont typeface="Aldrich"/>
              <a:buNone/>
              <a:defRPr b="1" sz="3000">
                <a:solidFill>
                  <a:schemeClr val="dk1"/>
                </a:solidFill>
                <a:latin typeface="Aldrich"/>
                <a:ea typeface="Aldrich"/>
                <a:cs typeface="Aldrich"/>
                <a:sym typeface="Aldrich"/>
              </a:defRPr>
            </a:lvl3pPr>
            <a:lvl4pPr lvl="3" rtl="0">
              <a:spcBef>
                <a:spcPts val="0"/>
              </a:spcBef>
              <a:spcAft>
                <a:spcPts val="0"/>
              </a:spcAft>
              <a:buClr>
                <a:schemeClr val="dk1"/>
              </a:buClr>
              <a:buSzPts val="3000"/>
              <a:buFont typeface="Aldrich"/>
              <a:buNone/>
              <a:defRPr b="1" sz="3000">
                <a:solidFill>
                  <a:schemeClr val="dk1"/>
                </a:solidFill>
                <a:latin typeface="Aldrich"/>
                <a:ea typeface="Aldrich"/>
                <a:cs typeface="Aldrich"/>
                <a:sym typeface="Aldrich"/>
              </a:defRPr>
            </a:lvl4pPr>
            <a:lvl5pPr lvl="4" rtl="0">
              <a:spcBef>
                <a:spcPts val="0"/>
              </a:spcBef>
              <a:spcAft>
                <a:spcPts val="0"/>
              </a:spcAft>
              <a:buClr>
                <a:schemeClr val="dk1"/>
              </a:buClr>
              <a:buSzPts val="3000"/>
              <a:buFont typeface="Aldrich"/>
              <a:buNone/>
              <a:defRPr b="1" sz="3000">
                <a:solidFill>
                  <a:schemeClr val="dk1"/>
                </a:solidFill>
                <a:latin typeface="Aldrich"/>
                <a:ea typeface="Aldrich"/>
                <a:cs typeface="Aldrich"/>
                <a:sym typeface="Aldrich"/>
              </a:defRPr>
            </a:lvl5pPr>
            <a:lvl6pPr lvl="5" rtl="0">
              <a:spcBef>
                <a:spcPts val="0"/>
              </a:spcBef>
              <a:spcAft>
                <a:spcPts val="0"/>
              </a:spcAft>
              <a:buClr>
                <a:schemeClr val="dk1"/>
              </a:buClr>
              <a:buSzPts val="3000"/>
              <a:buFont typeface="Aldrich"/>
              <a:buNone/>
              <a:defRPr b="1" sz="3000">
                <a:solidFill>
                  <a:schemeClr val="dk1"/>
                </a:solidFill>
                <a:latin typeface="Aldrich"/>
                <a:ea typeface="Aldrich"/>
                <a:cs typeface="Aldrich"/>
                <a:sym typeface="Aldrich"/>
              </a:defRPr>
            </a:lvl6pPr>
            <a:lvl7pPr lvl="6" rtl="0">
              <a:spcBef>
                <a:spcPts val="0"/>
              </a:spcBef>
              <a:spcAft>
                <a:spcPts val="0"/>
              </a:spcAft>
              <a:buClr>
                <a:schemeClr val="dk1"/>
              </a:buClr>
              <a:buSzPts val="3000"/>
              <a:buFont typeface="Aldrich"/>
              <a:buNone/>
              <a:defRPr b="1" sz="3000">
                <a:solidFill>
                  <a:schemeClr val="dk1"/>
                </a:solidFill>
                <a:latin typeface="Aldrich"/>
                <a:ea typeface="Aldrich"/>
                <a:cs typeface="Aldrich"/>
                <a:sym typeface="Aldrich"/>
              </a:defRPr>
            </a:lvl7pPr>
            <a:lvl8pPr lvl="7" rtl="0">
              <a:spcBef>
                <a:spcPts val="0"/>
              </a:spcBef>
              <a:spcAft>
                <a:spcPts val="0"/>
              </a:spcAft>
              <a:buClr>
                <a:schemeClr val="dk1"/>
              </a:buClr>
              <a:buSzPts val="3000"/>
              <a:buFont typeface="Aldrich"/>
              <a:buNone/>
              <a:defRPr b="1" sz="3000">
                <a:solidFill>
                  <a:schemeClr val="dk1"/>
                </a:solidFill>
                <a:latin typeface="Aldrich"/>
                <a:ea typeface="Aldrich"/>
                <a:cs typeface="Aldrich"/>
                <a:sym typeface="Aldrich"/>
              </a:defRPr>
            </a:lvl8pPr>
            <a:lvl9pPr lvl="8" rtl="0">
              <a:spcBef>
                <a:spcPts val="0"/>
              </a:spcBef>
              <a:spcAft>
                <a:spcPts val="0"/>
              </a:spcAft>
              <a:buClr>
                <a:schemeClr val="dk1"/>
              </a:buClr>
              <a:buSzPts val="3000"/>
              <a:buFont typeface="Aldrich"/>
              <a:buNone/>
              <a:defRPr b="1" sz="3000">
                <a:solidFill>
                  <a:schemeClr val="dk1"/>
                </a:solidFill>
                <a:latin typeface="Aldrich"/>
                <a:ea typeface="Aldrich"/>
                <a:cs typeface="Aldrich"/>
                <a:sym typeface="Aldrich"/>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1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1600"/>
              </a:spcBef>
              <a:spcAft>
                <a:spcPts val="160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17.jpg"/><Relationship Id="rId4"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10.jpg"/><Relationship Id="rId4" Type="http://schemas.openxmlformats.org/officeDocument/2006/relationships/image" Target="../media/image19.jp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grpSp>
        <p:nvGrpSpPr>
          <p:cNvPr id="332" name="Google Shape;332;p26"/>
          <p:cNvGrpSpPr/>
          <p:nvPr/>
        </p:nvGrpSpPr>
        <p:grpSpPr>
          <a:xfrm>
            <a:off x="6442850" y="1530900"/>
            <a:ext cx="1625700" cy="1625700"/>
            <a:chOff x="4653650" y="1256600"/>
            <a:chExt cx="1625700" cy="1625700"/>
          </a:xfrm>
        </p:grpSpPr>
        <p:sp>
          <p:nvSpPr>
            <p:cNvPr id="333" name="Google Shape;333;p26"/>
            <p:cNvSpPr/>
            <p:nvPr/>
          </p:nvSpPr>
          <p:spPr>
            <a:xfrm>
              <a:off x="4653650" y="1256600"/>
              <a:ext cx="1625700" cy="1625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4" name="Google Shape;334;p26"/>
            <p:cNvSpPr/>
            <p:nvPr/>
          </p:nvSpPr>
          <p:spPr>
            <a:xfrm>
              <a:off x="4653650" y="1256600"/>
              <a:ext cx="1625700" cy="159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35" name="Google Shape;335;p26"/>
          <p:cNvSpPr txBox="1"/>
          <p:nvPr>
            <p:ph type="ctrTitle"/>
          </p:nvPr>
        </p:nvSpPr>
        <p:spPr>
          <a:xfrm>
            <a:off x="1244925" y="1205975"/>
            <a:ext cx="3772500" cy="309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200"/>
              <a:t>El Arsenal del bug Hunter usando JAVA Spring</a:t>
            </a:r>
            <a:endParaRPr sz="4200"/>
          </a:p>
        </p:txBody>
      </p:sp>
      <p:sp>
        <p:nvSpPr>
          <p:cNvPr id="336" name="Google Shape;336;p26"/>
          <p:cNvSpPr/>
          <p:nvPr/>
        </p:nvSpPr>
        <p:spPr>
          <a:xfrm>
            <a:off x="6820498" y="2096271"/>
            <a:ext cx="880576" cy="474590"/>
          </a:xfrm>
          <a:custGeom>
            <a:rect b="b" l="l" r="r" t="t"/>
            <a:pathLst>
              <a:path extrusionOk="0" h="872" w="1618">
                <a:moveTo>
                  <a:pt x="1093" y="11"/>
                </a:moveTo>
                <a:cubicBezTo>
                  <a:pt x="1064" y="-8"/>
                  <a:pt x="1024" y="0"/>
                  <a:pt x="1005" y="29"/>
                </a:cubicBezTo>
                <a:lnTo>
                  <a:pt x="508" y="774"/>
                </a:lnTo>
                <a:cubicBezTo>
                  <a:pt x="488" y="803"/>
                  <a:pt x="496" y="842"/>
                  <a:pt x="525" y="861"/>
                </a:cubicBezTo>
                <a:cubicBezTo>
                  <a:pt x="554" y="881"/>
                  <a:pt x="593" y="873"/>
                  <a:pt x="613" y="844"/>
                </a:cubicBezTo>
                <a:lnTo>
                  <a:pt x="1110" y="99"/>
                </a:lnTo>
                <a:cubicBezTo>
                  <a:pt x="1130" y="70"/>
                  <a:pt x="1122" y="31"/>
                  <a:pt x="1093" y="11"/>
                </a:cubicBezTo>
                <a:moveTo>
                  <a:pt x="1607" y="401"/>
                </a:moveTo>
                <a:lnTo>
                  <a:pt x="1359" y="29"/>
                </a:lnTo>
                <a:cubicBezTo>
                  <a:pt x="1339" y="0"/>
                  <a:pt x="1300" y="-8"/>
                  <a:pt x="1271" y="11"/>
                </a:cubicBezTo>
                <a:cubicBezTo>
                  <a:pt x="1242" y="31"/>
                  <a:pt x="1234" y="70"/>
                  <a:pt x="1254" y="99"/>
                </a:cubicBezTo>
                <a:lnTo>
                  <a:pt x="1479" y="436"/>
                </a:lnTo>
                <a:lnTo>
                  <a:pt x="1254" y="774"/>
                </a:lnTo>
                <a:cubicBezTo>
                  <a:pt x="1234" y="803"/>
                  <a:pt x="1242" y="842"/>
                  <a:pt x="1271" y="861"/>
                </a:cubicBezTo>
                <a:cubicBezTo>
                  <a:pt x="1300" y="881"/>
                  <a:pt x="1339" y="873"/>
                  <a:pt x="1359" y="844"/>
                </a:cubicBezTo>
                <a:lnTo>
                  <a:pt x="1607" y="471"/>
                </a:lnTo>
                <a:cubicBezTo>
                  <a:pt x="1622" y="450"/>
                  <a:pt x="1622" y="422"/>
                  <a:pt x="1607" y="401"/>
                </a:cubicBezTo>
                <a:moveTo>
                  <a:pt x="364" y="99"/>
                </a:moveTo>
                <a:lnTo>
                  <a:pt x="139" y="436"/>
                </a:lnTo>
                <a:lnTo>
                  <a:pt x="364" y="774"/>
                </a:lnTo>
                <a:cubicBezTo>
                  <a:pt x="384" y="803"/>
                  <a:pt x="376" y="842"/>
                  <a:pt x="347" y="861"/>
                </a:cubicBezTo>
                <a:cubicBezTo>
                  <a:pt x="318" y="881"/>
                  <a:pt x="279" y="873"/>
                  <a:pt x="259" y="844"/>
                </a:cubicBezTo>
                <a:lnTo>
                  <a:pt x="10" y="471"/>
                </a:lnTo>
                <a:cubicBezTo>
                  <a:pt x="-4" y="450"/>
                  <a:pt x="-4" y="422"/>
                  <a:pt x="10" y="401"/>
                </a:cubicBezTo>
                <a:lnTo>
                  <a:pt x="259" y="29"/>
                </a:lnTo>
                <a:cubicBezTo>
                  <a:pt x="278" y="0"/>
                  <a:pt x="318" y="-8"/>
                  <a:pt x="347" y="11"/>
                </a:cubicBezTo>
                <a:cubicBezTo>
                  <a:pt x="376" y="31"/>
                  <a:pt x="384" y="70"/>
                  <a:pt x="364" y="9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337" name="Google Shape;337;p26"/>
          <p:cNvSpPr txBox="1"/>
          <p:nvPr>
            <p:ph idx="1" type="subTitle"/>
          </p:nvPr>
        </p:nvSpPr>
        <p:spPr>
          <a:xfrm>
            <a:off x="5318725" y="3074550"/>
            <a:ext cx="2497200" cy="104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Convierte tus tests en armas infalibles</a:t>
            </a:r>
            <a:endParaRPr/>
          </a:p>
        </p:txBody>
      </p:sp>
      <p:sp>
        <p:nvSpPr>
          <p:cNvPr id="338" name="Google Shape;338;p26"/>
          <p:cNvSpPr/>
          <p:nvPr/>
        </p:nvSpPr>
        <p:spPr>
          <a:xfrm>
            <a:off x="5318787" y="2914950"/>
            <a:ext cx="2497200" cy="1596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id="343" name="Google Shape;343;p27" title="Gemini_Generated_Image_hnksdkhnksdkhnks (1).png"/>
          <p:cNvPicPr preferRelativeResize="0"/>
          <p:nvPr>
            <p:ph idx="2" type="pic"/>
          </p:nvPr>
        </p:nvPicPr>
        <p:blipFill rotWithShape="1">
          <a:blip r:embed="rId3">
            <a:alphaModFix/>
          </a:blip>
          <a:srcRect b="0" l="7242" r="7250" t="0"/>
          <a:stretch/>
        </p:blipFill>
        <p:spPr>
          <a:xfrm>
            <a:off x="5237825" y="1001375"/>
            <a:ext cx="2818200" cy="3295800"/>
          </a:xfrm>
          <a:prstGeom prst="rect">
            <a:avLst/>
          </a:prstGeom>
        </p:spPr>
      </p:pic>
      <p:sp>
        <p:nvSpPr>
          <p:cNvPr id="344" name="Google Shape;344;p27"/>
          <p:cNvSpPr txBox="1"/>
          <p:nvPr>
            <p:ph type="title"/>
          </p:nvPr>
        </p:nvSpPr>
        <p:spPr>
          <a:xfrm>
            <a:off x="713225" y="885888"/>
            <a:ext cx="4294800" cy="100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¿Bugs en producción?</a:t>
            </a:r>
            <a:endParaRPr/>
          </a:p>
        </p:txBody>
      </p:sp>
      <p:sp>
        <p:nvSpPr>
          <p:cNvPr id="345" name="Google Shape;345;p27"/>
          <p:cNvSpPr txBox="1"/>
          <p:nvPr>
            <p:ph idx="1" type="subTitle"/>
          </p:nvPr>
        </p:nvSpPr>
        <p:spPr>
          <a:xfrm>
            <a:off x="713225" y="1887913"/>
            <a:ext cx="4294800" cy="26745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a:p>
            <a:pPr indent="0" lvl="0" marL="457200" rtl="0" algn="l">
              <a:spcBef>
                <a:spcPts val="1000"/>
              </a:spcBef>
              <a:spcAft>
                <a:spcPts val="0"/>
              </a:spcAft>
              <a:buNone/>
            </a:pPr>
            <a:r>
              <a:t/>
            </a:r>
            <a:endParaRPr/>
          </a:p>
          <a:p>
            <a:pPr indent="0" lvl="0" marL="457200" rtl="0" algn="l">
              <a:spcBef>
                <a:spcPts val="1000"/>
              </a:spcBef>
              <a:spcAft>
                <a:spcPts val="0"/>
              </a:spcAft>
              <a:buNone/>
            </a:pPr>
            <a:r>
              <a:t/>
            </a:r>
            <a:endParaRPr/>
          </a:p>
          <a:p>
            <a:pPr indent="0" lvl="0" marL="457200" rtl="0" algn="l">
              <a:spcBef>
                <a:spcPts val="1000"/>
              </a:spcBef>
              <a:spcAft>
                <a:spcPts val="0"/>
              </a:spcAft>
              <a:buNone/>
            </a:pPr>
            <a:r>
              <a:t/>
            </a:r>
            <a:endParaRPr/>
          </a:p>
          <a:p>
            <a:pPr indent="0" lvl="0" marL="457200" rtl="0" algn="l">
              <a:spcBef>
                <a:spcPts val="1000"/>
              </a:spcBef>
              <a:spcAft>
                <a:spcPts val="1000"/>
              </a:spcAft>
              <a:buNone/>
            </a:pPr>
            <a:r>
              <a:rPr lang="en" sz="1900"/>
              <a:t>….Not Today Satan</a:t>
            </a:r>
            <a:endParaRPr sz="1900"/>
          </a:p>
        </p:txBody>
      </p:sp>
      <p:sp>
        <p:nvSpPr>
          <p:cNvPr id="346" name="Google Shape;346;p27"/>
          <p:cNvSpPr/>
          <p:nvPr/>
        </p:nvSpPr>
        <p:spPr>
          <a:xfrm>
            <a:off x="5237824" y="1001375"/>
            <a:ext cx="2818200" cy="1596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47" name="Google Shape;347;p27"/>
          <p:cNvGrpSpPr/>
          <p:nvPr/>
        </p:nvGrpSpPr>
        <p:grpSpPr>
          <a:xfrm>
            <a:off x="7419538" y="3545237"/>
            <a:ext cx="1243823" cy="1243823"/>
            <a:chOff x="4653650" y="1256600"/>
            <a:chExt cx="1625700" cy="1625700"/>
          </a:xfrm>
        </p:grpSpPr>
        <p:sp>
          <p:nvSpPr>
            <p:cNvPr id="348" name="Google Shape;348;p27"/>
            <p:cNvSpPr/>
            <p:nvPr/>
          </p:nvSpPr>
          <p:spPr>
            <a:xfrm>
              <a:off x="4653650" y="1256600"/>
              <a:ext cx="1625700" cy="1625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9" name="Google Shape;349;p27"/>
            <p:cNvSpPr/>
            <p:nvPr/>
          </p:nvSpPr>
          <p:spPr>
            <a:xfrm>
              <a:off x="4653650" y="1256600"/>
              <a:ext cx="1625700" cy="159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pic>
        <p:nvPicPr>
          <p:cNvPr id="350" name="Google Shape;350;p27"/>
          <p:cNvPicPr preferRelativeResize="0"/>
          <p:nvPr/>
        </p:nvPicPr>
        <p:blipFill>
          <a:blip r:embed="rId4">
            <a:alphaModFix/>
          </a:blip>
          <a:stretch>
            <a:fillRect/>
          </a:stretch>
        </p:blipFill>
        <p:spPr>
          <a:xfrm>
            <a:off x="7540450" y="3722887"/>
            <a:ext cx="1002001" cy="10020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8"/>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El Problema y La Promesa: La necesidad</a:t>
            </a:r>
            <a:endParaRPr/>
          </a:p>
        </p:txBody>
      </p:sp>
      <p:pic>
        <p:nvPicPr>
          <p:cNvPr id="356" name="Google Shape;356;p28"/>
          <p:cNvPicPr preferRelativeResize="0"/>
          <p:nvPr/>
        </p:nvPicPr>
        <p:blipFill>
          <a:blip r:embed="rId3">
            <a:alphaModFix/>
          </a:blip>
          <a:stretch>
            <a:fillRect/>
          </a:stretch>
        </p:blipFill>
        <p:spPr>
          <a:xfrm>
            <a:off x="1221175" y="1502350"/>
            <a:ext cx="3036925" cy="3036925"/>
          </a:xfrm>
          <a:prstGeom prst="rect">
            <a:avLst/>
          </a:prstGeom>
          <a:noFill/>
          <a:ln>
            <a:noFill/>
          </a:ln>
        </p:spPr>
      </p:pic>
      <p:sp>
        <p:nvSpPr>
          <p:cNvPr id="357" name="Google Shape;357;p28"/>
          <p:cNvSpPr txBox="1"/>
          <p:nvPr>
            <p:ph idx="4294967295" type="title"/>
          </p:nvPr>
        </p:nvSpPr>
        <p:spPr>
          <a:xfrm>
            <a:off x="4498000" y="1680225"/>
            <a:ext cx="813000" cy="4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358" name="Google Shape;358;p28"/>
          <p:cNvSpPr txBox="1"/>
          <p:nvPr/>
        </p:nvSpPr>
        <p:spPr>
          <a:xfrm>
            <a:off x="5188400" y="1822150"/>
            <a:ext cx="2459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pen Sans"/>
                <a:ea typeface="Open Sans"/>
                <a:cs typeface="Open Sans"/>
                <a:sym typeface="Open Sans"/>
              </a:rPr>
              <a:t>Defactorización por temor a haber omitido algo y lleve a atrasos.</a:t>
            </a:r>
            <a:endParaRPr sz="1200">
              <a:solidFill>
                <a:schemeClr val="dk1"/>
              </a:solidFill>
              <a:latin typeface="Open Sans"/>
              <a:ea typeface="Open Sans"/>
              <a:cs typeface="Open Sans"/>
              <a:sym typeface="Open Sans"/>
            </a:endParaRPr>
          </a:p>
        </p:txBody>
      </p:sp>
      <p:sp>
        <p:nvSpPr>
          <p:cNvPr id="359" name="Google Shape;359;p28"/>
          <p:cNvSpPr txBox="1"/>
          <p:nvPr>
            <p:ph idx="4294967295" type="title"/>
          </p:nvPr>
        </p:nvSpPr>
        <p:spPr>
          <a:xfrm>
            <a:off x="4375403" y="2888575"/>
            <a:ext cx="813000" cy="4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360" name="Google Shape;360;p28"/>
          <p:cNvSpPr txBox="1"/>
          <p:nvPr/>
        </p:nvSpPr>
        <p:spPr>
          <a:xfrm>
            <a:off x="5305700" y="2888575"/>
            <a:ext cx="2459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pen Sans"/>
                <a:ea typeface="Open Sans"/>
                <a:cs typeface="Open Sans"/>
                <a:sym typeface="Open Sans"/>
              </a:rPr>
              <a:t>Chequeos sin sentido a causa de escape de defecto</a:t>
            </a:r>
            <a:endParaRPr sz="1200">
              <a:solidFill>
                <a:schemeClr val="dk1"/>
              </a:solidFill>
              <a:latin typeface="Open Sans"/>
              <a:ea typeface="Open Sans"/>
              <a:cs typeface="Open Sans"/>
              <a:sym typeface="Open Sans"/>
            </a:endParaRPr>
          </a:p>
        </p:txBody>
      </p:sp>
      <p:sp>
        <p:nvSpPr>
          <p:cNvPr id="361" name="Google Shape;361;p28"/>
          <p:cNvSpPr txBox="1"/>
          <p:nvPr>
            <p:ph idx="4294967295" type="title"/>
          </p:nvPr>
        </p:nvSpPr>
        <p:spPr>
          <a:xfrm>
            <a:off x="4375406" y="4032775"/>
            <a:ext cx="813000" cy="44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362" name="Google Shape;362;p28"/>
          <p:cNvSpPr txBox="1"/>
          <p:nvPr/>
        </p:nvSpPr>
        <p:spPr>
          <a:xfrm>
            <a:off x="5305700" y="4111075"/>
            <a:ext cx="2459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pen Sans"/>
                <a:ea typeface="Open Sans"/>
                <a:cs typeface="Open Sans"/>
                <a:sym typeface="Open Sans"/>
              </a:rPr>
              <a:t>El evento 0: La exintinción</a:t>
            </a:r>
            <a:endParaRPr sz="1200">
              <a:solidFill>
                <a:schemeClr val="dk1"/>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9"/>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La recompensa de la inmunidad</a:t>
            </a:r>
            <a:endParaRPr/>
          </a:p>
        </p:txBody>
      </p:sp>
      <p:sp>
        <p:nvSpPr>
          <p:cNvPr id="368" name="Google Shape;368;p29"/>
          <p:cNvSpPr txBox="1"/>
          <p:nvPr>
            <p:ph idx="1" type="body"/>
          </p:nvPr>
        </p:nvSpPr>
        <p:spPr>
          <a:xfrm>
            <a:off x="720000" y="1593800"/>
            <a:ext cx="5804100" cy="26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a:t>Beneficios Clave:</a:t>
            </a:r>
            <a:endParaRPr/>
          </a:p>
          <a:p>
            <a:pPr indent="-304800" lvl="0" marL="457200" rtl="0" algn="l">
              <a:spcBef>
                <a:spcPts val="1200"/>
              </a:spcBef>
              <a:spcAft>
                <a:spcPts val="0"/>
              </a:spcAft>
              <a:buSzPts val="1200"/>
              <a:buChar char="-"/>
            </a:pPr>
            <a:r>
              <a:rPr lang="en"/>
              <a:t>Test diseñados con </a:t>
            </a:r>
            <a:r>
              <a:rPr lang="en"/>
              <a:t>póliza</a:t>
            </a:r>
            <a:r>
              <a:rPr lang="en"/>
              <a:t> de seguro</a:t>
            </a:r>
            <a:endParaRPr/>
          </a:p>
          <a:p>
            <a:pPr indent="-304800" lvl="0" marL="457200" rtl="0" algn="l">
              <a:spcBef>
                <a:spcPts val="0"/>
              </a:spcBef>
              <a:spcAft>
                <a:spcPts val="0"/>
              </a:spcAft>
              <a:buSzPts val="1200"/>
              <a:buChar char="-"/>
            </a:pPr>
            <a:r>
              <a:rPr lang="en"/>
              <a:t>Refactorización a tumba abierta</a:t>
            </a:r>
            <a:endParaRPr/>
          </a:p>
          <a:p>
            <a:pPr indent="-304800" lvl="0" marL="457200" rtl="0" algn="l">
              <a:spcBef>
                <a:spcPts val="0"/>
              </a:spcBef>
              <a:spcAft>
                <a:spcPts val="0"/>
              </a:spcAft>
              <a:buSzPts val="1200"/>
              <a:buChar char="-"/>
            </a:pPr>
            <a:r>
              <a:rPr lang="en"/>
              <a:t>Ingeniería</a:t>
            </a:r>
            <a:r>
              <a:rPr lang="en"/>
              <a:t> de la confianza</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La Promesa</a:t>
            </a:r>
            <a:r>
              <a:rPr b="1" lang="en"/>
              <a:t>:</a:t>
            </a:r>
            <a:endParaRPr b="1"/>
          </a:p>
          <a:p>
            <a:pPr indent="-304800" lvl="0" marL="457200" rtl="0" algn="l">
              <a:spcBef>
                <a:spcPts val="1200"/>
              </a:spcBef>
              <a:spcAft>
                <a:spcPts val="0"/>
              </a:spcAft>
              <a:buSzPts val="1200"/>
              <a:buChar char="-"/>
            </a:pPr>
            <a:r>
              <a:rPr lang="en"/>
              <a:t>constructor de imperios</a:t>
            </a:r>
            <a:endParaRPr/>
          </a:p>
          <a:p>
            <a:pPr indent="-304800" lvl="0" marL="457200" rtl="0" algn="l">
              <a:spcBef>
                <a:spcPts val="0"/>
              </a:spcBef>
              <a:spcAft>
                <a:spcPts val="0"/>
              </a:spcAft>
              <a:buSzPts val="1200"/>
              <a:buChar char="-"/>
            </a:pPr>
            <a:r>
              <a:rPr lang="en"/>
              <a:t>Proveedor de armas secretas a prueba de todo</a:t>
            </a:r>
            <a:endParaRPr/>
          </a:p>
          <a:p>
            <a:pPr indent="-304800" lvl="0" marL="457200" rtl="0" algn="l">
              <a:spcBef>
                <a:spcPts val="0"/>
              </a:spcBef>
              <a:spcAft>
                <a:spcPts val="0"/>
              </a:spcAft>
              <a:buSzPts val="1200"/>
              <a:buChar char="-"/>
            </a:pPr>
            <a:r>
              <a:rPr lang="en"/>
              <a:t>Software de altisima calidad</a:t>
            </a:r>
            <a:endParaRPr/>
          </a:p>
        </p:txBody>
      </p:sp>
      <p:pic>
        <p:nvPicPr>
          <p:cNvPr id="369" name="Google Shape;369;p29"/>
          <p:cNvPicPr preferRelativeResize="0"/>
          <p:nvPr/>
        </p:nvPicPr>
        <p:blipFill>
          <a:blip r:embed="rId3">
            <a:alphaModFix/>
          </a:blip>
          <a:stretch>
            <a:fillRect/>
          </a:stretch>
        </p:blipFill>
        <p:spPr>
          <a:xfrm>
            <a:off x="7541275" y="1281125"/>
            <a:ext cx="882724" cy="882724"/>
          </a:xfrm>
          <a:prstGeom prst="rect">
            <a:avLst/>
          </a:prstGeom>
          <a:noFill/>
          <a:ln>
            <a:noFill/>
          </a:ln>
        </p:spPr>
      </p:pic>
      <p:pic>
        <p:nvPicPr>
          <p:cNvPr id="370" name="Google Shape;370;p29"/>
          <p:cNvPicPr preferRelativeResize="0"/>
          <p:nvPr/>
        </p:nvPicPr>
        <p:blipFill>
          <a:blip r:embed="rId4">
            <a:alphaModFix/>
          </a:blip>
          <a:stretch>
            <a:fillRect/>
          </a:stretch>
        </p:blipFill>
        <p:spPr>
          <a:xfrm>
            <a:off x="5607175" y="2709700"/>
            <a:ext cx="1878876" cy="18788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30" title="armas.jpg"/>
          <p:cNvPicPr preferRelativeResize="0"/>
          <p:nvPr>
            <p:ph idx="2" type="pic"/>
          </p:nvPr>
        </p:nvPicPr>
        <p:blipFill rotWithShape="1">
          <a:blip r:embed="rId3">
            <a:alphaModFix/>
          </a:blip>
          <a:srcRect b="0" l="0" r="0" t="0"/>
          <a:stretch/>
        </p:blipFill>
        <p:spPr>
          <a:xfrm>
            <a:off x="5237825" y="1001375"/>
            <a:ext cx="2818200" cy="3295800"/>
          </a:xfrm>
          <a:prstGeom prst="rect">
            <a:avLst/>
          </a:prstGeom>
        </p:spPr>
      </p:pic>
      <p:sp>
        <p:nvSpPr>
          <p:cNvPr id="376" name="Google Shape;376;p30"/>
          <p:cNvSpPr txBox="1"/>
          <p:nvPr>
            <p:ph type="title"/>
          </p:nvPr>
        </p:nvSpPr>
        <p:spPr>
          <a:xfrm>
            <a:off x="713225" y="885888"/>
            <a:ext cx="4294800" cy="100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500"/>
              <a:t>El Arsenal Secreto: Spring Testing Avanzado</a:t>
            </a:r>
            <a:endParaRPr sz="2500"/>
          </a:p>
        </p:txBody>
      </p:sp>
      <p:sp>
        <p:nvSpPr>
          <p:cNvPr id="377" name="Google Shape;377;p30"/>
          <p:cNvSpPr txBox="1"/>
          <p:nvPr>
            <p:ph idx="1" type="subTitle"/>
          </p:nvPr>
        </p:nvSpPr>
        <p:spPr>
          <a:xfrm>
            <a:off x="713225" y="1887913"/>
            <a:ext cx="4294800" cy="267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81000" lvl="0" marL="457200" rtl="0" algn="l">
              <a:spcBef>
                <a:spcPts val="1000"/>
              </a:spcBef>
              <a:spcAft>
                <a:spcPts val="0"/>
              </a:spcAft>
              <a:buSzPts val="2400"/>
              <a:buChar char="●"/>
            </a:pPr>
            <a:r>
              <a:rPr b="1" lang="en" sz="2400"/>
              <a:t>Test Infalibles</a:t>
            </a:r>
            <a:endParaRPr sz="2400"/>
          </a:p>
          <a:p>
            <a:pPr indent="-381000" lvl="0" marL="457200" rtl="0" algn="l">
              <a:spcBef>
                <a:spcPts val="1000"/>
              </a:spcBef>
              <a:spcAft>
                <a:spcPts val="0"/>
              </a:spcAft>
              <a:buSzPts val="2400"/>
              <a:buChar char="●"/>
            </a:pPr>
            <a:r>
              <a:rPr b="1" lang="en" sz="2400"/>
              <a:t>Zero Bugs Policy</a:t>
            </a:r>
            <a:endParaRPr sz="2400"/>
          </a:p>
          <a:p>
            <a:pPr indent="-381000" lvl="0" marL="457200" rtl="0" algn="l">
              <a:spcBef>
                <a:spcPts val="1000"/>
              </a:spcBef>
              <a:spcAft>
                <a:spcPts val="0"/>
              </a:spcAft>
              <a:buSzPts val="2400"/>
              <a:buChar char="●"/>
            </a:pPr>
            <a:r>
              <a:rPr b="1" lang="en" sz="2400"/>
              <a:t>Spring Boot Ninja</a:t>
            </a:r>
            <a:endParaRPr b="1" sz="2400"/>
          </a:p>
          <a:p>
            <a:pPr indent="-381000" lvl="0" marL="457200" rtl="0" algn="l">
              <a:spcBef>
                <a:spcPts val="1000"/>
              </a:spcBef>
              <a:spcAft>
                <a:spcPts val="1000"/>
              </a:spcAft>
              <a:buSzPts val="2400"/>
              <a:buChar char="●"/>
            </a:pPr>
            <a:r>
              <a:rPr b="1" lang="en" sz="2400"/>
              <a:t>Deploy con confianza</a:t>
            </a:r>
            <a:endParaRPr b="1" sz="2400"/>
          </a:p>
        </p:txBody>
      </p:sp>
      <p:sp>
        <p:nvSpPr>
          <p:cNvPr id="378" name="Google Shape;378;p30"/>
          <p:cNvSpPr/>
          <p:nvPr/>
        </p:nvSpPr>
        <p:spPr>
          <a:xfrm>
            <a:off x="5237824" y="1001375"/>
            <a:ext cx="2818200" cy="1596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79" name="Google Shape;379;p30"/>
          <p:cNvGrpSpPr/>
          <p:nvPr/>
        </p:nvGrpSpPr>
        <p:grpSpPr>
          <a:xfrm>
            <a:off x="7034563" y="3360187"/>
            <a:ext cx="1243823" cy="1243823"/>
            <a:chOff x="4653650" y="1256600"/>
            <a:chExt cx="1625700" cy="1625700"/>
          </a:xfrm>
        </p:grpSpPr>
        <p:sp>
          <p:nvSpPr>
            <p:cNvPr id="380" name="Google Shape;380;p30"/>
            <p:cNvSpPr/>
            <p:nvPr/>
          </p:nvSpPr>
          <p:spPr>
            <a:xfrm>
              <a:off x="4653650" y="1256600"/>
              <a:ext cx="1625700" cy="1625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1" name="Google Shape;381;p30"/>
            <p:cNvSpPr/>
            <p:nvPr/>
          </p:nvSpPr>
          <p:spPr>
            <a:xfrm>
              <a:off x="4653650" y="1256600"/>
              <a:ext cx="1625700" cy="159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pic>
        <p:nvPicPr>
          <p:cNvPr id="382" name="Google Shape;382;p30"/>
          <p:cNvPicPr preferRelativeResize="0"/>
          <p:nvPr/>
        </p:nvPicPr>
        <p:blipFill>
          <a:blip r:embed="rId4">
            <a:alphaModFix/>
          </a:blip>
          <a:stretch>
            <a:fillRect/>
          </a:stretch>
        </p:blipFill>
        <p:spPr>
          <a:xfrm>
            <a:off x="7155475" y="3560425"/>
            <a:ext cx="1001999" cy="10019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id="387" name="Google Shape;387;p31"/>
          <p:cNvPicPr preferRelativeResize="0"/>
          <p:nvPr/>
        </p:nvPicPr>
        <p:blipFill>
          <a:blip r:embed="rId3">
            <a:alphaModFix/>
          </a:blip>
          <a:stretch>
            <a:fillRect/>
          </a:stretch>
        </p:blipFill>
        <p:spPr>
          <a:xfrm>
            <a:off x="761925" y="1875612"/>
            <a:ext cx="1721075" cy="1721075"/>
          </a:xfrm>
          <a:prstGeom prst="rect">
            <a:avLst/>
          </a:prstGeom>
          <a:noFill/>
          <a:ln>
            <a:noFill/>
          </a:ln>
        </p:spPr>
      </p:pic>
      <p:pic>
        <p:nvPicPr>
          <p:cNvPr id="388" name="Google Shape;388;p31"/>
          <p:cNvPicPr preferRelativeResize="0"/>
          <p:nvPr/>
        </p:nvPicPr>
        <p:blipFill>
          <a:blip r:embed="rId4">
            <a:alphaModFix/>
          </a:blip>
          <a:stretch>
            <a:fillRect/>
          </a:stretch>
        </p:blipFill>
        <p:spPr>
          <a:xfrm>
            <a:off x="2721450" y="1875624"/>
            <a:ext cx="1721075" cy="1721052"/>
          </a:xfrm>
          <a:prstGeom prst="rect">
            <a:avLst/>
          </a:prstGeom>
          <a:noFill/>
          <a:ln>
            <a:noFill/>
          </a:ln>
        </p:spPr>
      </p:pic>
      <p:pic>
        <p:nvPicPr>
          <p:cNvPr id="389" name="Google Shape;389;p31"/>
          <p:cNvPicPr preferRelativeResize="0"/>
          <p:nvPr/>
        </p:nvPicPr>
        <p:blipFill>
          <a:blip r:embed="rId5">
            <a:alphaModFix/>
          </a:blip>
          <a:stretch>
            <a:fillRect/>
          </a:stretch>
        </p:blipFill>
        <p:spPr>
          <a:xfrm>
            <a:off x="4766025" y="1920774"/>
            <a:ext cx="1630751" cy="1630751"/>
          </a:xfrm>
          <a:prstGeom prst="rect">
            <a:avLst/>
          </a:prstGeom>
          <a:noFill/>
          <a:ln>
            <a:noFill/>
          </a:ln>
        </p:spPr>
      </p:pic>
      <p:pic>
        <p:nvPicPr>
          <p:cNvPr id="390" name="Google Shape;390;p31"/>
          <p:cNvPicPr preferRelativeResize="0"/>
          <p:nvPr/>
        </p:nvPicPr>
        <p:blipFill>
          <a:blip r:embed="rId6">
            <a:alphaModFix/>
          </a:blip>
          <a:stretch>
            <a:fillRect/>
          </a:stretch>
        </p:blipFill>
        <p:spPr>
          <a:xfrm>
            <a:off x="6628925" y="1894575"/>
            <a:ext cx="1721075" cy="1630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id="395" name="Google Shape;395;p32"/>
          <p:cNvPicPr preferRelativeResize="0"/>
          <p:nvPr>
            <p:ph idx="3" type="pic"/>
          </p:nvPr>
        </p:nvPicPr>
        <p:blipFill rotWithShape="1">
          <a:blip r:embed="rId3">
            <a:alphaModFix/>
          </a:blip>
          <a:srcRect b="0" l="33804" r="9159" t="0"/>
          <a:stretch/>
        </p:blipFill>
        <p:spPr>
          <a:xfrm>
            <a:off x="946250" y="1075925"/>
            <a:ext cx="2818202" cy="3295799"/>
          </a:xfrm>
          <a:prstGeom prst="rect">
            <a:avLst/>
          </a:prstGeom>
        </p:spPr>
      </p:pic>
      <p:sp>
        <p:nvSpPr>
          <p:cNvPr id="396" name="Google Shape;396;p32"/>
          <p:cNvSpPr/>
          <p:nvPr/>
        </p:nvSpPr>
        <p:spPr>
          <a:xfrm>
            <a:off x="946249" y="1075925"/>
            <a:ext cx="2818200" cy="1596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97" name="Google Shape;397;p32"/>
          <p:cNvGrpSpPr/>
          <p:nvPr/>
        </p:nvGrpSpPr>
        <p:grpSpPr>
          <a:xfrm>
            <a:off x="3388783" y="783112"/>
            <a:ext cx="1243823" cy="1243823"/>
            <a:chOff x="4653650" y="1256600"/>
            <a:chExt cx="1625700" cy="1625700"/>
          </a:xfrm>
        </p:grpSpPr>
        <p:sp>
          <p:nvSpPr>
            <p:cNvPr id="398" name="Google Shape;398;p32"/>
            <p:cNvSpPr/>
            <p:nvPr/>
          </p:nvSpPr>
          <p:spPr>
            <a:xfrm>
              <a:off x="4653650" y="1256600"/>
              <a:ext cx="1625700" cy="1625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99" name="Google Shape;399;p32"/>
            <p:cNvSpPr/>
            <p:nvPr/>
          </p:nvSpPr>
          <p:spPr>
            <a:xfrm>
              <a:off x="4653650" y="1256600"/>
              <a:ext cx="1625700" cy="159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400" name="Google Shape;400;p32"/>
          <p:cNvSpPr/>
          <p:nvPr/>
        </p:nvSpPr>
        <p:spPr>
          <a:xfrm>
            <a:off x="3667125" y="1121927"/>
            <a:ext cx="652149" cy="651767"/>
          </a:xfrm>
          <a:custGeom>
            <a:rect b="b" l="l" r="r" t="t"/>
            <a:pathLst>
              <a:path extrusionOk="0" h="1618" w="1619">
                <a:moveTo>
                  <a:pt x="1020" y="883"/>
                </a:moveTo>
                <a:lnTo>
                  <a:pt x="1201" y="747"/>
                </a:lnTo>
                <a:lnTo>
                  <a:pt x="1020" y="611"/>
                </a:lnTo>
                <a:cubicBezTo>
                  <a:pt x="992" y="590"/>
                  <a:pt x="987" y="551"/>
                  <a:pt x="1008" y="523"/>
                </a:cubicBezTo>
                <a:cubicBezTo>
                  <a:pt x="1028" y="495"/>
                  <a:pt x="1068" y="489"/>
                  <a:pt x="1096" y="510"/>
                </a:cubicBezTo>
                <a:lnTo>
                  <a:pt x="1345" y="697"/>
                </a:lnTo>
                <a:cubicBezTo>
                  <a:pt x="1378" y="722"/>
                  <a:pt x="1378" y="772"/>
                  <a:pt x="1345" y="798"/>
                </a:cubicBezTo>
                <a:lnTo>
                  <a:pt x="1096" y="984"/>
                </a:lnTo>
                <a:cubicBezTo>
                  <a:pt x="1068" y="1005"/>
                  <a:pt x="1028" y="999"/>
                  <a:pt x="1008" y="972"/>
                </a:cubicBezTo>
                <a:cubicBezTo>
                  <a:pt x="987" y="944"/>
                  <a:pt x="992" y="904"/>
                  <a:pt x="1020" y="883"/>
                </a:cubicBezTo>
                <a:moveTo>
                  <a:pt x="523" y="697"/>
                </a:moveTo>
                <a:lnTo>
                  <a:pt x="772" y="510"/>
                </a:lnTo>
                <a:cubicBezTo>
                  <a:pt x="799" y="489"/>
                  <a:pt x="839" y="495"/>
                  <a:pt x="860" y="523"/>
                </a:cubicBezTo>
                <a:cubicBezTo>
                  <a:pt x="881" y="551"/>
                  <a:pt x="875" y="590"/>
                  <a:pt x="847" y="611"/>
                </a:cubicBezTo>
                <a:lnTo>
                  <a:pt x="666" y="747"/>
                </a:lnTo>
                <a:lnTo>
                  <a:pt x="847" y="883"/>
                </a:lnTo>
                <a:cubicBezTo>
                  <a:pt x="875" y="904"/>
                  <a:pt x="881" y="944"/>
                  <a:pt x="860" y="972"/>
                </a:cubicBezTo>
                <a:cubicBezTo>
                  <a:pt x="839" y="1000"/>
                  <a:pt x="799" y="1005"/>
                  <a:pt x="772" y="984"/>
                </a:cubicBezTo>
                <a:lnTo>
                  <a:pt x="523" y="798"/>
                </a:lnTo>
                <a:cubicBezTo>
                  <a:pt x="489" y="772"/>
                  <a:pt x="489" y="722"/>
                  <a:pt x="523" y="697"/>
                </a:cubicBezTo>
                <a:moveTo>
                  <a:pt x="1492" y="1307"/>
                </a:moveTo>
                <a:cubicBezTo>
                  <a:pt x="1492" y="1409"/>
                  <a:pt x="1409" y="1492"/>
                  <a:pt x="1307" y="1492"/>
                </a:cubicBezTo>
                <a:cubicBezTo>
                  <a:pt x="1205" y="1492"/>
                  <a:pt x="1121" y="1409"/>
                  <a:pt x="1121" y="1307"/>
                </a:cubicBezTo>
                <a:cubicBezTo>
                  <a:pt x="1121" y="1272"/>
                  <a:pt x="1093" y="1243"/>
                  <a:pt x="1058" y="1243"/>
                </a:cubicBezTo>
                <a:lnTo>
                  <a:pt x="375" y="1243"/>
                </a:lnTo>
                <a:lnTo>
                  <a:pt x="375" y="127"/>
                </a:lnTo>
                <a:lnTo>
                  <a:pt x="1492" y="127"/>
                </a:lnTo>
                <a:lnTo>
                  <a:pt x="1492" y="1307"/>
                </a:lnTo>
                <a:moveTo>
                  <a:pt x="312" y="1492"/>
                </a:moveTo>
                <a:cubicBezTo>
                  <a:pt x="232" y="1492"/>
                  <a:pt x="164" y="1441"/>
                  <a:pt x="138" y="1370"/>
                </a:cubicBezTo>
                <a:lnTo>
                  <a:pt x="1001" y="1370"/>
                </a:lnTo>
                <a:cubicBezTo>
                  <a:pt x="1011" y="1415"/>
                  <a:pt x="1030" y="1456"/>
                  <a:pt x="1056" y="1492"/>
                </a:cubicBezTo>
                <a:lnTo>
                  <a:pt x="312" y="1492"/>
                </a:lnTo>
                <a:moveTo>
                  <a:pt x="1555" y="0"/>
                </a:moveTo>
                <a:lnTo>
                  <a:pt x="312" y="0"/>
                </a:lnTo>
                <a:cubicBezTo>
                  <a:pt x="277" y="0"/>
                  <a:pt x="249" y="28"/>
                  <a:pt x="249" y="63"/>
                </a:cubicBezTo>
                <a:lnTo>
                  <a:pt x="249" y="1243"/>
                </a:lnTo>
                <a:lnTo>
                  <a:pt x="64" y="1243"/>
                </a:lnTo>
                <a:cubicBezTo>
                  <a:pt x="29" y="1243"/>
                  <a:pt x="0" y="1272"/>
                  <a:pt x="0" y="1307"/>
                </a:cubicBezTo>
                <a:cubicBezTo>
                  <a:pt x="0" y="1478"/>
                  <a:pt x="140" y="1618"/>
                  <a:pt x="312" y="1618"/>
                </a:cubicBezTo>
                <a:lnTo>
                  <a:pt x="1307" y="1618"/>
                </a:lnTo>
                <a:cubicBezTo>
                  <a:pt x="1479" y="1618"/>
                  <a:pt x="1619" y="1478"/>
                  <a:pt x="1619" y="1307"/>
                </a:cubicBezTo>
                <a:lnTo>
                  <a:pt x="1619" y="63"/>
                </a:lnTo>
                <a:cubicBezTo>
                  <a:pt x="1619" y="28"/>
                  <a:pt x="1590" y="0"/>
                  <a:pt x="1555" y="0"/>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01" name="Google Shape;401;p32"/>
          <p:cNvSpPr txBox="1"/>
          <p:nvPr>
            <p:ph type="title"/>
          </p:nvPr>
        </p:nvSpPr>
        <p:spPr>
          <a:xfrm>
            <a:off x="4867150" y="3453725"/>
            <a:ext cx="32580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Test Infalibles</a:t>
            </a:r>
            <a:endParaRPr sz="3300"/>
          </a:p>
        </p:txBody>
      </p:sp>
      <p:sp>
        <p:nvSpPr>
          <p:cNvPr id="402" name="Google Shape;402;p32"/>
          <p:cNvSpPr txBox="1"/>
          <p:nvPr>
            <p:ph idx="2" type="title"/>
          </p:nvPr>
        </p:nvSpPr>
        <p:spPr>
          <a:xfrm>
            <a:off x="4867150" y="2296925"/>
            <a:ext cx="1724700" cy="92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3"/>
          <p:cNvSpPr txBox="1"/>
          <p:nvPr>
            <p:ph idx="4" type="subTitle"/>
          </p:nvPr>
        </p:nvSpPr>
        <p:spPr>
          <a:xfrm>
            <a:off x="5017175" y="2163425"/>
            <a:ext cx="2695800" cy="472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Perspicacia</a:t>
            </a:r>
            <a:endParaRPr/>
          </a:p>
        </p:txBody>
      </p:sp>
      <p:sp>
        <p:nvSpPr>
          <p:cNvPr id="408" name="Google Shape;408;p33"/>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Unit Testing with Mockito y JUnit5</a:t>
            </a:r>
            <a:endParaRPr/>
          </a:p>
        </p:txBody>
      </p:sp>
      <p:sp>
        <p:nvSpPr>
          <p:cNvPr id="409" name="Google Shape;409;p33"/>
          <p:cNvSpPr txBox="1"/>
          <p:nvPr>
            <p:ph idx="1" type="subTitle"/>
          </p:nvPr>
        </p:nvSpPr>
        <p:spPr>
          <a:xfrm>
            <a:off x="5017163" y="2376425"/>
            <a:ext cx="2695800" cy="175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sz="2200"/>
          </a:p>
          <a:p>
            <a:pPr indent="0" lvl="0" marL="0" rtl="0" algn="ctr">
              <a:spcBef>
                <a:spcPts val="0"/>
              </a:spcBef>
              <a:spcAft>
                <a:spcPts val="0"/>
              </a:spcAft>
              <a:buNone/>
            </a:pPr>
            <a:r>
              <a:rPr lang="en" sz="2200"/>
              <a:t>Test ultra </a:t>
            </a:r>
            <a:r>
              <a:rPr lang="en" sz="2200"/>
              <a:t>rápidos</a:t>
            </a:r>
            <a:r>
              <a:rPr lang="en" sz="2200"/>
              <a:t> para validar la lógica de negocio</a:t>
            </a:r>
            <a:endParaRPr sz="2200"/>
          </a:p>
        </p:txBody>
      </p:sp>
      <p:sp>
        <p:nvSpPr>
          <p:cNvPr id="410" name="Google Shape;410;p33"/>
          <p:cNvSpPr txBox="1"/>
          <p:nvPr>
            <p:ph idx="2" type="subTitle"/>
          </p:nvPr>
        </p:nvSpPr>
        <p:spPr>
          <a:xfrm>
            <a:off x="1431012" y="2650356"/>
            <a:ext cx="2695800" cy="175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t>Solo el componente sin contenido de Spring</a:t>
            </a:r>
            <a:endParaRPr sz="2200"/>
          </a:p>
        </p:txBody>
      </p:sp>
      <p:sp>
        <p:nvSpPr>
          <p:cNvPr id="411" name="Google Shape;411;p33"/>
          <p:cNvSpPr txBox="1"/>
          <p:nvPr>
            <p:ph idx="3" type="subTitle"/>
          </p:nvPr>
        </p:nvSpPr>
        <p:spPr>
          <a:xfrm>
            <a:off x="1431000" y="2163425"/>
            <a:ext cx="2695800" cy="472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Aislamiento total</a:t>
            </a:r>
            <a:endParaRPr/>
          </a:p>
        </p:txBody>
      </p:sp>
      <p:sp>
        <p:nvSpPr>
          <p:cNvPr id="412" name="Google Shape;412;p33"/>
          <p:cNvSpPr/>
          <p:nvPr/>
        </p:nvSpPr>
        <p:spPr>
          <a:xfrm>
            <a:off x="2587811" y="1696488"/>
            <a:ext cx="382176" cy="382176"/>
          </a:xfrm>
          <a:custGeom>
            <a:rect b="b" l="l" r="r" t="t"/>
            <a:pathLst>
              <a:path extrusionOk="0" h="1618" w="1618">
                <a:moveTo>
                  <a:pt x="809" y="1491"/>
                </a:moveTo>
                <a:cubicBezTo>
                  <a:pt x="638" y="1491"/>
                  <a:pt x="499" y="1352"/>
                  <a:pt x="499" y="1182"/>
                </a:cubicBezTo>
                <a:lnTo>
                  <a:pt x="499" y="684"/>
                </a:lnTo>
                <a:lnTo>
                  <a:pt x="499" y="684"/>
                </a:lnTo>
                <a:lnTo>
                  <a:pt x="499" y="684"/>
                </a:lnTo>
                <a:cubicBezTo>
                  <a:pt x="499" y="513"/>
                  <a:pt x="638" y="375"/>
                  <a:pt x="809" y="375"/>
                </a:cubicBezTo>
                <a:cubicBezTo>
                  <a:pt x="980" y="375"/>
                  <a:pt x="1118" y="513"/>
                  <a:pt x="1119" y="684"/>
                </a:cubicBezTo>
                <a:lnTo>
                  <a:pt x="1119" y="684"/>
                </a:lnTo>
                <a:lnTo>
                  <a:pt x="1119" y="684"/>
                </a:lnTo>
                <a:lnTo>
                  <a:pt x="1119" y="1182"/>
                </a:lnTo>
                <a:lnTo>
                  <a:pt x="1119" y="1182"/>
                </a:lnTo>
                <a:lnTo>
                  <a:pt x="1119" y="1182"/>
                </a:lnTo>
                <a:cubicBezTo>
                  <a:pt x="1118" y="1353"/>
                  <a:pt x="980" y="1491"/>
                  <a:pt x="809" y="1491"/>
                </a:cubicBezTo>
                <a:moveTo>
                  <a:pt x="1590" y="1005"/>
                </a:moveTo>
                <a:lnTo>
                  <a:pt x="1403" y="880"/>
                </a:lnTo>
                <a:cubicBezTo>
                  <a:pt x="1393" y="873"/>
                  <a:pt x="1381" y="870"/>
                  <a:pt x="1368" y="870"/>
                </a:cubicBezTo>
                <a:lnTo>
                  <a:pt x="1245" y="870"/>
                </a:lnTo>
                <a:lnTo>
                  <a:pt x="1245" y="718"/>
                </a:lnTo>
                <a:lnTo>
                  <a:pt x="1403" y="613"/>
                </a:lnTo>
                <a:cubicBezTo>
                  <a:pt x="1421" y="601"/>
                  <a:pt x="1432" y="581"/>
                  <a:pt x="1432" y="560"/>
                </a:cubicBezTo>
                <a:lnTo>
                  <a:pt x="1432" y="311"/>
                </a:lnTo>
                <a:cubicBezTo>
                  <a:pt x="1432" y="276"/>
                  <a:pt x="1403" y="248"/>
                  <a:pt x="1368" y="248"/>
                </a:cubicBezTo>
                <a:cubicBezTo>
                  <a:pt x="1333" y="248"/>
                  <a:pt x="1305" y="276"/>
                  <a:pt x="1305" y="311"/>
                </a:cubicBezTo>
                <a:lnTo>
                  <a:pt x="1305" y="526"/>
                </a:lnTo>
                <a:lnTo>
                  <a:pt x="1231" y="575"/>
                </a:lnTo>
                <a:cubicBezTo>
                  <a:pt x="1201" y="457"/>
                  <a:pt x="1122" y="358"/>
                  <a:pt x="1017" y="301"/>
                </a:cubicBezTo>
                <a:lnTo>
                  <a:pt x="1115" y="89"/>
                </a:lnTo>
                <a:cubicBezTo>
                  <a:pt x="1130" y="57"/>
                  <a:pt x="1116" y="20"/>
                  <a:pt x="1084" y="5"/>
                </a:cubicBezTo>
                <a:cubicBezTo>
                  <a:pt x="1052" y="-8"/>
                  <a:pt x="1015" y="5"/>
                  <a:pt x="1000" y="36"/>
                </a:cubicBezTo>
                <a:lnTo>
                  <a:pt x="898" y="257"/>
                </a:lnTo>
                <a:cubicBezTo>
                  <a:pt x="839" y="245"/>
                  <a:pt x="778" y="245"/>
                  <a:pt x="720" y="257"/>
                </a:cubicBezTo>
                <a:lnTo>
                  <a:pt x="618" y="36"/>
                </a:lnTo>
                <a:cubicBezTo>
                  <a:pt x="603" y="5"/>
                  <a:pt x="566" y="-8"/>
                  <a:pt x="534" y="5"/>
                </a:cubicBezTo>
                <a:cubicBezTo>
                  <a:pt x="502" y="20"/>
                  <a:pt x="488" y="57"/>
                  <a:pt x="503" y="89"/>
                </a:cubicBezTo>
                <a:lnTo>
                  <a:pt x="601" y="301"/>
                </a:lnTo>
                <a:cubicBezTo>
                  <a:pt x="496" y="358"/>
                  <a:pt x="417" y="457"/>
                  <a:pt x="387" y="575"/>
                </a:cubicBezTo>
                <a:lnTo>
                  <a:pt x="313" y="526"/>
                </a:lnTo>
                <a:lnTo>
                  <a:pt x="313" y="315"/>
                </a:lnTo>
                <a:cubicBezTo>
                  <a:pt x="313" y="280"/>
                  <a:pt x="284" y="252"/>
                  <a:pt x="249" y="252"/>
                </a:cubicBezTo>
                <a:cubicBezTo>
                  <a:pt x="215" y="252"/>
                  <a:pt x="186" y="280"/>
                  <a:pt x="186" y="315"/>
                </a:cubicBezTo>
                <a:lnTo>
                  <a:pt x="186" y="560"/>
                </a:lnTo>
                <a:cubicBezTo>
                  <a:pt x="186" y="581"/>
                  <a:pt x="197" y="601"/>
                  <a:pt x="214" y="613"/>
                </a:cubicBezTo>
                <a:lnTo>
                  <a:pt x="373" y="718"/>
                </a:lnTo>
                <a:lnTo>
                  <a:pt x="373" y="870"/>
                </a:lnTo>
                <a:cubicBezTo>
                  <a:pt x="257" y="873"/>
                  <a:pt x="241" y="863"/>
                  <a:pt x="214" y="880"/>
                </a:cubicBezTo>
                <a:lnTo>
                  <a:pt x="28" y="1005"/>
                </a:lnTo>
                <a:cubicBezTo>
                  <a:pt x="-1" y="1024"/>
                  <a:pt x="-9" y="1063"/>
                  <a:pt x="10" y="1092"/>
                </a:cubicBezTo>
                <a:cubicBezTo>
                  <a:pt x="30" y="1121"/>
                  <a:pt x="69" y="1129"/>
                  <a:pt x="98" y="1110"/>
                </a:cubicBezTo>
                <a:lnTo>
                  <a:pt x="269" y="996"/>
                </a:lnTo>
                <a:lnTo>
                  <a:pt x="373" y="996"/>
                </a:lnTo>
                <a:lnTo>
                  <a:pt x="373" y="1147"/>
                </a:lnTo>
                <a:lnTo>
                  <a:pt x="215" y="1249"/>
                </a:lnTo>
                <a:cubicBezTo>
                  <a:pt x="197" y="1261"/>
                  <a:pt x="186" y="1281"/>
                  <a:pt x="186" y="1302"/>
                </a:cubicBezTo>
                <a:lnTo>
                  <a:pt x="186" y="1555"/>
                </a:lnTo>
                <a:cubicBezTo>
                  <a:pt x="186" y="1589"/>
                  <a:pt x="215" y="1618"/>
                  <a:pt x="249" y="1618"/>
                </a:cubicBezTo>
                <a:cubicBezTo>
                  <a:pt x="284" y="1618"/>
                  <a:pt x="313" y="1589"/>
                  <a:pt x="313" y="1555"/>
                </a:cubicBezTo>
                <a:lnTo>
                  <a:pt x="313" y="1336"/>
                </a:lnTo>
                <a:lnTo>
                  <a:pt x="386" y="1289"/>
                </a:lnTo>
                <a:cubicBezTo>
                  <a:pt x="434" y="1478"/>
                  <a:pt x="605" y="1618"/>
                  <a:pt x="809" y="1618"/>
                </a:cubicBezTo>
                <a:cubicBezTo>
                  <a:pt x="1012" y="1618"/>
                  <a:pt x="1183" y="1478"/>
                  <a:pt x="1231" y="1291"/>
                </a:cubicBezTo>
                <a:lnTo>
                  <a:pt x="1305" y="1340"/>
                </a:lnTo>
                <a:lnTo>
                  <a:pt x="1305" y="1555"/>
                </a:lnTo>
                <a:cubicBezTo>
                  <a:pt x="1305" y="1589"/>
                  <a:pt x="1333" y="1618"/>
                  <a:pt x="1368" y="1618"/>
                </a:cubicBezTo>
                <a:cubicBezTo>
                  <a:pt x="1403" y="1618"/>
                  <a:pt x="1432" y="1589"/>
                  <a:pt x="1432" y="1555"/>
                </a:cubicBezTo>
                <a:lnTo>
                  <a:pt x="1432" y="1306"/>
                </a:lnTo>
                <a:cubicBezTo>
                  <a:pt x="1432" y="1285"/>
                  <a:pt x="1421" y="1265"/>
                  <a:pt x="1403" y="1253"/>
                </a:cubicBezTo>
                <a:lnTo>
                  <a:pt x="1245" y="1148"/>
                </a:lnTo>
                <a:lnTo>
                  <a:pt x="1245" y="996"/>
                </a:lnTo>
                <a:lnTo>
                  <a:pt x="1349" y="996"/>
                </a:lnTo>
                <a:lnTo>
                  <a:pt x="1520" y="1110"/>
                </a:lnTo>
                <a:cubicBezTo>
                  <a:pt x="1549" y="1129"/>
                  <a:pt x="1588" y="1121"/>
                  <a:pt x="1607" y="1092"/>
                </a:cubicBezTo>
                <a:cubicBezTo>
                  <a:pt x="1627" y="1063"/>
                  <a:pt x="1619" y="1024"/>
                  <a:pt x="1590" y="1005"/>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13" name="Google Shape;413;p33"/>
          <p:cNvSpPr/>
          <p:nvPr/>
        </p:nvSpPr>
        <p:spPr>
          <a:xfrm>
            <a:off x="6174935" y="1696961"/>
            <a:ext cx="380286" cy="381231"/>
          </a:xfrm>
          <a:custGeom>
            <a:rect b="b" l="l" r="r" t="t"/>
            <a:pathLst>
              <a:path extrusionOk="0" h="1614" w="1610">
                <a:moveTo>
                  <a:pt x="868" y="1181"/>
                </a:moveTo>
                <a:lnTo>
                  <a:pt x="868" y="1305"/>
                </a:lnTo>
                <a:cubicBezTo>
                  <a:pt x="868" y="1340"/>
                  <a:pt x="840" y="1368"/>
                  <a:pt x="805" y="1368"/>
                </a:cubicBezTo>
                <a:cubicBezTo>
                  <a:pt x="770" y="1368"/>
                  <a:pt x="742" y="1340"/>
                  <a:pt x="742" y="1305"/>
                </a:cubicBezTo>
                <a:lnTo>
                  <a:pt x="742" y="1181"/>
                </a:lnTo>
                <a:cubicBezTo>
                  <a:pt x="742" y="1146"/>
                  <a:pt x="770" y="1118"/>
                  <a:pt x="805" y="1118"/>
                </a:cubicBezTo>
                <a:cubicBezTo>
                  <a:pt x="840" y="1118"/>
                  <a:pt x="868" y="1146"/>
                  <a:pt x="868" y="1181"/>
                </a:cubicBezTo>
                <a:moveTo>
                  <a:pt x="868" y="435"/>
                </a:moveTo>
                <a:lnTo>
                  <a:pt x="868" y="932"/>
                </a:lnTo>
                <a:cubicBezTo>
                  <a:pt x="868" y="967"/>
                  <a:pt x="840" y="995"/>
                  <a:pt x="805" y="995"/>
                </a:cubicBezTo>
                <a:cubicBezTo>
                  <a:pt x="770" y="995"/>
                  <a:pt x="742" y="967"/>
                  <a:pt x="742" y="932"/>
                </a:cubicBezTo>
                <a:lnTo>
                  <a:pt x="742" y="435"/>
                </a:lnTo>
                <a:cubicBezTo>
                  <a:pt x="742" y="400"/>
                  <a:pt x="770" y="372"/>
                  <a:pt x="805" y="372"/>
                </a:cubicBezTo>
                <a:cubicBezTo>
                  <a:pt x="840" y="372"/>
                  <a:pt x="868" y="400"/>
                  <a:pt x="868" y="435"/>
                </a:cubicBezTo>
                <a:moveTo>
                  <a:pt x="1248" y="1488"/>
                </a:moveTo>
                <a:lnTo>
                  <a:pt x="362" y="1488"/>
                </a:lnTo>
                <a:cubicBezTo>
                  <a:pt x="183" y="1488"/>
                  <a:pt x="70" y="1294"/>
                  <a:pt x="157" y="1139"/>
                </a:cubicBezTo>
                <a:lnTo>
                  <a:pt x="676" y="202"/>
                </a:lnTo>
                <a:cubicBezTo>
                  <a:pt x="732" y="100"/>
                  <a:pt x="878" y="100"/>
                  <a:pt x="934" y="202"/>
                </a:cubicBezTo>
                <a:lnTo>
                  <a:pt x="1454" y="1139"/>
                </a:lnTo>
                <a:cubicBezTo>
                  <a:pt x="1540" y="1294"/>
                  <a:pt x="1428" y="1488"/>
                  <a:pt x="1248" y="1488"/>
                </a:cubicBezTo>
                <a:moveTo>
                  <a:pt x="1564" y="1078"/>
                </a:moveTo>
                <a:lnTo>
                  <a:pt x="1045" y="140"/>
                </a:lnTo>
                <a:cubicBezTo>
                  <a:pt x="941" y="-47"/>
                  <a:pt x="670" y="-47"/>
                  <a:pt x="565" y="140"/>
                </a:cubicBezTo>
                <a:lnTo>
                  <a:pt x="46" y="1078"/>
                </a:lnTo>
                <a:cubicBezTo>
                  <a:pt x="-87" y="1317"/>
                  <a:pt x="86" y="1614"/>
                  <a:pt x="362" y="1614"/>
                </a:cubicBezTo>
                <a:lnTo>
                  <a:pt x="1248" y="1614"/>
                </a:lnTo>
                <a:cubicBezTo>
                  <a:pt x="1526" y="1614"/>
                  <a:pt x="1696" y="1316"/>
                  <a:pt x="1564" y="1078"/>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34" title="armas.jpg"/>
          <p:cNvPicPr preferRelativeResize="0"/>
          <p:nvPr>
            <p:ph idx="3" type="pic"/>
          </p:nvPr>
        </p:nvPicPr>
        <p:blipFill rotWithShape="1">
          <a:blip r:embed="rId3">
            <a:alphaModFix/>
          </a:blip>
          <a:srcRect b="0" l="7155" r="7155" t="0"/>
          <a:stretch/>
        </p:blipFill>
        <p:spPr>
          <a:xfrm>
            <a:off x="946250" y="1075925"/>
            <a:ext cx="2818202" cy="3295799"/>
          </a:xfrm>
          <a:prstGeom prst="rect">
            <a:avLst/>
          </a:prstGeom>
        </p:spPr>
      </p:pic>
      <p:sp>
        <p:nvSpPr>
          <p:cNvPr id="419" name="Google Shape;419;p34"/>
          <p:cNvSpPr/>
          <p:nvPr/>
        </p:nvSpPr>
        <p:spPr>
          <a:xfrm>
            <a:off x="946249" y="1075925"/>
            <a:ext cx="2818200" cy="1596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420" name="Google Shape;420;p34"/>
          <p:cNvGrpSpPr/>
          <p:nvPr/>
        </p:nvGrpSpPr>
        <p:grpSpPr>
          <a:xfrm>
            <a:off x="3388783" y="783112"/>
            <a:ext cx="1243823" cy="1243823"/>
            <a:chOff x="4653650" y="1256600"/>
            <a:chExt cx="1625700" cy="1625700"/>
          </a:xfrm>
        </p:grpSpPr>
        <p:sp>
          <p:nvSpPr>
            <p:cNvPr id="421" name="Google Shape;421;p34"/>
            <p:cNvSpPr/>
            <p:nvPr/>
          </p:nvSpPr>
          <p:spPr>
            <a:xfrm>
              <a:off x="4653650" y="1256600"/>
              <a:ext cx="1625700" cy="1625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2" name="Google Shape;422;p34"/>
            <p:cNvSpPr/>
            <p:nvPr/>
          </p:nvSpPr>
          <p:spPr>
            <a:xfrm>
              <a:off x="4653650" y="1256600"/>
              <a:ext cx="1625700" cy="159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423" name="Google Shape;423;p34"/>
          <p:cNvSpPr/>
          <p:nvPr/>
        </p:nvSpPr>
        <p:spPr>
          <a:xfrm>
            <a:off x="3667125" y="1121927"/>
            <a:ext cx="652149" cy="651767"/>
          </a:xfrm>
          <a:custGeom>
            <a:rect b="b" l="l" r="r" t="t"/>
            <a:pathLst>
              <a:path extrusionOk="0" h="1618" w="1619">
                <a:moveTo>
                  <a:pt x="1020" y="883"/>
                </a:moveTo>
                <a:lnTo>
                  <a:pt x="1201" y="747"/>
                </a:lnTo>
                <a:lnTo>
                  <a:pt x="1020" y="611"/>
                </a:lnTo>
                <a:cubicBezTo>
                  <a:pt x="992" y="590"/>
                  <a:pt x="987" y="551"/>
                  <a:pt x="1008" y="523"/>
                </a:cubicBezTo>
                <a:cubicBezTo>
                  <a:pt x="1028" y="495"/>
                  <a:pt x="1068" y="489"/>
                  <a:pt x="1096" y="510"/>
                </a:cubicBezTo>
                <a:lnTo>
                  <a:pt x="1345" y="697"/>
                </a:lnTo>
                <a:cubicBezTo>
                  <a:pt x="1378" y="722"/>
                  <a:pt x="1378" y="772"/>
                  <a:pt x="1345" y="798"/>
                </a:cubicBezTo>
                <a:lnTo>
                  <a:pt x="1096" y="984"/>
                </a:lnTo>
                <a:cubicBezTo>
                  <a:pt x="1068" y="1005"/>
                  <a:pt x="1028" y="999"/>
                  <a:pt x="1008" y="972"/>
                </a:cubicBezTo>
                <a:cubicBezTo>
                  <a:pt x="987" y="944"/>
                  <a:pt x="992" y="904"/>
                  <a:pt x="1020" y="883"/>
                </a:cubicBezTo>
                <a:moveTo>
                  <a:pt x="523" y="697"/>
                </a:moveTo>
                <a:lnTo>
                  <a:pt x="772" y="510"/>
                </a:lnTo>
                <a:cubicBezTo>
                  <a:pt x="799" y="489"/>
                  <a:pt x="839" y="495"/>
                  <a:pt x="860" y="523"/>
                </a:cubicBezTo>
                <a:cubicBezTo>
                  <a:pt x="881" y="551"/>
                  <a:pt x="875" y="590"/>
                  <a:pt x="847" y="611"/>
                </a:cubicBezTo>
                <a:lnTo>
                  <a:pt x="666" y="747"/>
                </a:lnTo>
                <a:lnTo>
                  <a:pt x="847" y="883"/>
                </a:lnTo>
                <a:cubicBezTo>
                  <a:pt x="875" y="904"/>
                  <a:pt x="881" y="944"/>
                  <a:pt x="860" y="972"/>
                </a:cubicBezTo>
                <a:cubicBezTo>
                  <a:pt x="839" y="1000"/>
                  <a:pt x="799" y="1005"/>
                  <a:pt x="772" y="984"/>
                </a:cubicBezTo>
                <a:lnTo>
                  <a:pt x="523" y="798"/>
                </a:lnTo>
                <a:cubicBezTo>
                  <a:pt x="489" y="772"/>
                  <a:pt x="489" y="722"/>
                  <a:pt x="523" y="697"/>
                </a:cubicBezTo>
                <a:moveTo>
                  <a:pt x="1492" y="1307"/>
                </a:moveTo>
                <a:cubicBezTo>
                  <a:pt x="1492" y="1409"/>
                  <a:pt x="1409" y="1492"/>
                  <a:pt x="1307" y="1492"/>
                </a:cubicBezTo>
                <a:cubicBezTo>
                  <a:pt x="1205" y="1492"/>
                  <a:pt x="1121" y="1409"/>
                  <a:pt x="1121" y="1307"/>
                </a:cubicBezTo>
                <a:cubicBezTo>
                  <a:pt x="1121" y="1272"/>
                  <a:pt x="1093" y="1243"/>
                  <a:pt x="1058" y="1243"/>
                </a:cubicBezTo>
                <a:lnTo>
                  <a:pt x="375" y="1243"/>
                </a:lnTo>
                <a:lnTo>
                  <a:pt x="375" y="127"/>
                </a:lnTo>
                <a:lnTo>
                  <a:pt x="1492" y="127"/>
                </a:lnTo>
                <a:lnTo>
                  <a:pt x="1492" y="1307"/>
                </a:lnTo>
                <a:moveTo>
                  <a:pt x="312" y="1492"/>
                </a:moveTo>
                <a:cubicBezTo>
                  <a:pt x="232" y="1492"/>
                  <a:pt x="164" y="1441"/>
                  <a:pt x="138" y="1370"/>
                </a:cubicBezTo>
                <a:lnTo>
                  <a:pt x="1001" y="1370"/>
                </a:lnTo>
                <a:cubicBezTo>
                  <a:pt x="1011" y="1415"/>
                  <a:pt x="1030" y="1456"/>
                  <a:pt x="1056" y="1492"/>
                </a:cubicBezTo>
                <a:lnTo>
                  <a:pt x="312" y="1492"/>
                </a:lnTo>
                <a:moveTo>
                  <a:pt x="1555" y="0"/>
                </a:moveTo>
                <a:lnTo>
                  <a:pt x="312" y="0"/>
                </a:lnTo>
                <a:cubicBezTo>
                  <a:pt x="277" y="0"/>
                  <a:pt x="249" y="28"/>
                  <a:pt x="249" y="63"/>
                </a:cubicBezTo>
                <a:lnTo>
                  <a:pt x="249" y="1243"/>
                </a:lnTo>
                <a:lnTo>
                  <a:pt x="64" y="1243"/>
                </a:lnTo>
                <a:cubicBezTo>
                  <a:pt x="29" y="1243"/>
                  <a:pt x="0" y="1272"/>
                  <a:pt x="0" y="1307"/>
                </a:cubicBezTo>
                <a:cubicBezTo>
                  <a:pt x="0" y="1478"/>
                  <a:pt x="140" y="1618"/>
                  <a:pt x="312" y="1618"/>
                </a:cubicBezTo>
                <a:lnTo>
                  <a:pt x="1307" y="1618"/>
                </a:lnTo>
                <a:cubicBezTo>
                  <a:pt x="1479" y="1618"/>
                  <a:pt x="1619" y="1478"/>
                  <a:pt x="1619" y="1307"/>
                </a:cubicBezTo>
                <a:lnTo>
                  <a:pt x="1619" y="63"/>
                </a:lnTo>
                <a:cubicBezTo>
                  <a:pt x="1619" y="28"/>
                  <a:pt x="1590" y="0"/>
                  <a:pt x="1555" y="0"/>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24" name="Google Shape;424;p34"/>
          <p:cNvSpPr txBox="1"/>
          <p:nvPr>
            <p:ph type="title"/>
          </p:nvPr>
        </p:nvSpPr>
        <p:spPr>
          <a:xfrm>
            <a:off x="4867150" y="3453725"/>
            <a:ext cx="36897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Spring Boot Ninja</a:t>
            </a:r>
            <a:endParaRPr sz="2900"/>
          </a:p>
        </p:txBody>
      </p:sp>
      <p:sp>
        <p:nvSpPr>
          <p:cNvPr id="425" name="Google Shape;425;p34"/>
          <p:cNvSpPr txBox="1"/>
          <p:nvPr>
            <p:ph idx="2" type="title"/>
          </p:nvPr>
        </p:nvSpPr>
        <p:spPr>
          <a:xfrm>
            <a:off x="4867150" y="2296925"/>
            <a:ext cx="1724700" cy="92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5"/>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Integration Testing</a:t>
            </a:r>
            <a:endParaRPr/>
          </a:p>
        </p:txBody>
      </p:sp>
      <p:sp>
        <p:nvSpPr>
          <p:cNvPr id="431" name="Google Shape;431;p35"/>
          <p:cNvSpPr txBox="1"/>
          <p:nvPr>
            <p:ph idx="4" type="subTitle"/>
          </p:nvPr>
        </p:nvSpPr>
        <p:spPr>
          <a:xfrm>
            <a:off x="3342775" y="2039475"/>
            <a:ext cx="2348100" cy="807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Lo básico</a:t>
            </a:r>
            <a:endParaRPr/>
          </a:p>
        </p:txBody>
      </p:sp>
      <p:sp>
        <p:nvSpPr>
          <p:cNvPr id="432" name="Google Shape;432;p35"/>
          <p:cNvSpPr txBox="1"/>
          <p:nvPr>
            <p:ph idx="2" type="subTitle"/>
          </p:nvPr>
        </p:nvSpPr>
        <p:spPr>
          <a:xfrm>
            <a:off x="2044575" y="3081200"/>
            <a:ext cx="5239800" cy="129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rPr>
              <a:t>@WebMVCTest</a:t>
            </a:r>
            <a:r>
              <a:rPr lang="en" sz="1600"/>
              <a:t>: Solo la capa web/Controller</a:t>
            </a:r>
            <a:endParaRPr sz="1600"/>
          </a:p>
          <a:p>
            <a:pPr indent="0" lvl="0" marL="0" rtl="0" algn="ctr">
              <a:spcBef>
                <a:spcPts val="0"/>
              </a:spcBef>
              <a:spcAft>
                <a:spcPts val="0"/>
              </a:spcAft>
              <a:buNone/>
            </a:pPr>
            <a:r>
              <a:t/>
            </a:r>
            <a:endParaRPr sz="1600"/>
          </a:p>
          <a:p>
            <a:pPr indent="0" lvl="0" marL="0" rtl="0" algn="ctr">
              <a:spcBef>
                <a:spcPts val="0"/>
              </a:spcBef>
              <a:spcAft>
                <a:spcPts val="0"/>
              </a:spcAft>
              <a:buNone/>
            </a:pPr>
            <a:r>
              <a:rPr lang="en" sz="1600">
                <a:solidFill>
                  <a:schemeClr val="accent1"/>
                </a:solidFill>
              </a:rPr>
              <a:t>@DataJPATest</a:t>
            </a:r>
            <a:r>
              <a:rPr lang="en" sz="1600"/>
              <a:t>: Solo la capa persistencia/Resistencia</a:t>
            </a:r>
            <a:endParaRPr sz="1600"/>
          </a:p>
        </p:txBody>
      </p:sp>
      <p:sp>
        <p:nvSpPr>
          <p:cNvPr id="433" name="Google Shape;433;p35"/>
          <p:cNvSpPr/>
          <p:nvPr/>
        </p:nvSpPr>
        <p:spPr>
          <a:xfrm>
            <a:off x="4380912" y="1874009"/>
            <a:ext cx="382176" cy="382412"/>
          </a:xfrm>
          <a:custGeom>
            <a:rect b="b" l="l" r="r" t="t"/>
            <a:pathLst>
              <a:path extrusionOk="0" h="1619" w="1618">
                <a:moveTo>
                  <a:pt x="481" y="312"/>
                </a:moveTo>
                <a:cubicBezTo>
                  <a:pt x="481" y="269"/>
                  <a:pt x="516" y="233"/>
                  <a:pt x="560" y="233"/>
                </a:cubicBezTo>
                <a:cubicBezTo>
                  <a:pt x="604" y="233"/>
                  <a:pt x="639" y="269"/>
                  <a:pt x="639" y="312"/>
                </a:cubicBezTo>
                <a:cubicBezTo>
                  <a:pt x="639" y="356"/>
                  <a:pt x="604" y="391"/>
                  <a:pt x="560" y="391"/>
                </a:cubicBezTo>
                <a:cubicBezTo>
                  <a:pt x="516" y="391"/>
                  <a:pt x="481" y="356"/>
                  <a:pt x="481" y="312"/>
                </a:cubicBezTo>
                <a:moveTo>
                  <a:pt x="232" y="312"/>
                </a:moveTo>
                <a:cubicBezTo>
                  <a:pt x="232" y="269"/>
                  <a:pt x="268" y="233"/>
                  <a:pt x="311" y="233"/>
                </a:cubicBezTo>
                <a:cubicBezTo>
                  <a:pt x="355" y="233"/>
                  <a:pt x="390" y="269"/>
                  <a:pt x="390" y="312"/>
                </a:cubicBezTo>
                <a:cubicBezTo>
                  <a:pt x="390" y="356"/>
                  <a:pt x="355" y="391"/>
                  <a:pt x="311" y="391"/>
                </a:cubicBezTo>
                <a:cubicBezTo>
                  <a:pt x="268" y="391"/>
                  <a:pt x="232" y="356"/>
                  <a:pt x="232" y="312"/>
                </a:cubicBezTo>
                <a:moveTo>
                  <a:pt x="126" y="624"/>
                </a:moveTo>
                <a:lnTo>
                  <a:pt x="1491" y="624"/>
                </a:lnTo>
                <a:lnTo>
                  <a:pt x="1491" y="1492"/>
                </a:lnTo>
                <a:lnTo>
                  <a:pt x="126" y="1492"/>
                </a:lnTo>
                <a:lnTo>
                  <a:pt x="126" y="624"/>
                </a:lnTo>
                <a:moveTo>
                  <a:pt x="1491" y="498"/>
                </a:moveTo>
                <a:lnTo>
                  <a:pt x="126" y="498"/>
                </a:lnTo>
                <a:lnTo>
                  <a:pt x="126" y="127"/>
                </a:lnTo>
                <a:lnTo>
                  <a:pt x="1491" y="127"/>
                </a:lnTo>
                <a:lnTo>
                  <a:pt x="1491" y="498"/>
                </a:lnTo>
                <a:moveTo>
                  <a:pt x="1555" y="0"/>
                </a:moveTo>
                <a:lnTo>
                  <a:pt x="63" y="0"/>
                </a:lnTo>
                <a:cubicBezTo>
                  <a:pt x="28" y="0"/>
                  <a:pt x="0" y="29"/>
                  <a:pt x="0" y="64"/>
                </a:cubicBezTo>
                <a:lnTo>
                  <a:pt x="0" y="1555"/>
                </a:lnTo>
                <a:cubicBezTo>
                  <a:pt x="0" y="1590"/>
                  <a:pt x="28" y="1619"/>
                  <a:pt x="63" y="1619"/>
                </a:cubicBezTo>
                <a:lnTo>
                  <a:pt x="1555" y="1619"/>
                </a:lnTo>
                <a:cubicBezTo>
                  <a:pt x="1589" y="1619"/>
                  <a:pt x="1618" y="1590"/>
                  <a:pt x="1618" y="1555"/>
                </a:cubicBezTo>
                <a:lnTo>
                  <a:pt x="1618" y="64"/>
                </a:lnTo>
                <a:cubicBezTo>
                  <a:pt x="1618" y="29"/>
                  <a:pt x="1589" y="0"/>
                  <a:pt x="1555" y="0"/>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36" title="Imagen de WhatsApp 2025-10-15 a las 21.58.21_c751aa13.jpg"/>
          <p:cNvPicPr preferRelativeResize="0"/>
          <p:nvPr>
            <p:ph idx="2" type="pic"/>
          </p:nvPr>
        </p:nvPicPr>
        <p:blipFill rotWithShape="1">
          <a:blip r:embed="rId3">
            <a:alphaModFix/>
          </a:blip>
          <a:srcRect b="29414" l="0" r="0" t="29418"/>
          <a:stretch/>
        </p:blipFill>
        <p:spPr>
          <a:xfrm>
            <a:off x="0" y="-14875"/>
            <a:ext cx="9144004" cy="5158499"/>
          </a:xfrm>
          <a:prstGeom prst="rect">
            <a:avLst/>
          </a:prstGeom>
        </p:spPr>
      </p:pic>
      <p:sp>
        <p:nvSpPr>
          <p:cNvPr id="439" name="Google Shape;439;p36"/>
          <p:cNvSpPr txBox="1"/>
          <p:nvPr>
            <p:ph type="title"/>
          </p:nvPr>
        </p:nvSpPr>
        <p:spPr>
          <a:xfrm>
            <a:off x="926200" y="681525"/>
            <a:ext cx="2705100" cy="111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900"/>
              <a:t>Demo</a:t>
            </a:r>
            <a:endParaRPr sz="5900"/>
          </a:p>
        </p:txBody>
      </p:sp>
      <p:grpSp>
        <p:nvGrpSpPr>
          <p:cNvPr id="440" name="Google Shape;440;p36"/>
          <p:cNvGrpSpPr/>
          <p:nvPr/>
        </p:nvGrpSpPr>
        <p:grpSpPr>
          <a:xfrm>
            <a:off x="496925" y="1436601"/>
            <a:ext cx="8150150" cy="3151497"/>
            <a:chOff x="496925" y="1436601"/>
            <a:chExt cx="8150150" cy="3151497"/>
          </a:xfrm>
        </p:grpSpPr>
        <p:sp>
          <p:nvSpPr>
            <p:cNvPr id="441" name="Google Shape;441;p36"/>
            <p:cNvSpPr txBox="1"/>
            <p:nvPr/>
          </p:nvSpPr>
          <p:spPr>
            <a:xfrm>
              <a:off x="8430775" y="2030298"/>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1010010010110111</a:t>
              </a:r>
              <a:endParaRPr sz="1000">
                <a:solidFill>
                  <a:schemeClr val="dk1"/>
                </a:solidFill>
                <a:latin typeface="Open Sans"/>
                <a:ea typeface="Open Sans"/>
                <a:cs typeface="Open Sans"/>
                <a:sym typeface="Open Sans"/>
              </a:endParaRPr>
            </a:p>
          </p:txBody>
        </p:sp>
        <p:sp>
          <p:nvSpPr>
            <p:cNvPr id="442" name="Google Shape;442;p36"/>
            <p:cNvSpPr txBox="1"/>
            <p:nvPr/>
          </p:nvSpPr>
          <p:spPr>
            <a:xfrm>
              <a:off x="496925" y="1436601"/>
              <a:ext cx="216300" cy="255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Open Sans"/>
                  <a:ea typeface="Open Sans"/>
                  <a:cs typeface="Open Sans"/>
                  <a:sym typeface="Open Sans"/>
                </a:rPr>
                <a:t>1001010100101010</a:t>
              </a:r>
              <a:endParaRPr sz="1000">
                <a:solidFill>
                  <a:schemeClr val="dk1"/>
                </a:solidFill>
                <a:latin typeface="Open Sans"/>
                <a:ea typeface="Open Sans"/>
                <a:cs typeface="Open Sans"/>
                <a:sym typeface="Open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id="447" name="Google Shape;447;p37" title="bio.jpg"/>
          <p:cNvPicPr preferRelativeResize="0"/>
          <p:nvPr>
            <p:ph idx="3" type="pic"/>
          </p:nvPr>
        </p:nvPicPr>
        <p:blipFill rotWithShape="1">
          <a:blip r:embed="rId3">
            <a:alphaModFix/>
          </a:blip>
          <a:srcRect b="12885" l="0" r="0" t="12885"/>
          <a:stretch/>
        </p:blipFill>
        <p:spPr>
          <a:xfrm>
            <a:off x="5468425" y="924700"/>
            <a:ext cx="2440499" cy="3460838"/>
          </a:xfrm>
          <a:prstGeom prst="rect">
            <a:avLst/>
          </a:prstGeom>
        </p:spPr>
      </p:pic>
      <p:sp>
        <p:nvSpPr>
          <p:cNvPr id="448" name="Google Shape;448;p37"/>
          <p:cNvSpPr txBox="1"/>
          <p:nvPr>
            <p:ph type="title"/>
          </p:nvPr>
        </p:nvSpPr>
        <p:spPr>
          <a:xfrm>
            <a:off x="872975" y="3222150"/>
            <a:ext cx="4270500" cy="53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00"/>
              <a:t>La estrategia y la victoria</a:t>
            </a:r>
            <a:endParaRPr sz="2300"/>
          </a:p>
        </p:txBody>
      </p:sp>
      <p:sp>
        <p:nvSpPr>
          <p:cNvPr id="449" name="Google Shape;449;p37"/>
          <p:cNvSpPr txBox="1"/>
          <p:nvPr>
            <p:ph idx="1" type="subTitle"/>
          </p:nvPr>
        </p:nvSpPr>
        <p:spPr>
          <a:xfrm>
            <a:off x="872975" y="3849175"/>
            <a:ext cx="4270500" cy="65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     </a:t>
            </a:r>
            <a:r>
              <a:rPr lang="en" sz="2800"/>
              <a:t>Zero Bugs Policy</a:t>
            </a:r>
            <a:endParaRPr sz="2800"/>
          </a:p>
        </p:txBody>
      </p:sp>
      <p:pic>
        <p:nvPicPr>
          <p:cNvPr id="450" name="Google Shape;450;p37" title="per.jpg"/>
          <p:cNvPicPr preferRelativeResize="0"/>
          <p:nvPr>
            <p:ph idx="2" type="pic"/>
          </p:nvPr>
        </p:nvPicPr>
        <p:blipFill rotWithShape="1">
          <a:blip r:embed="rId4">
            <a:alphaModFix/>
          </a:blip>
          <a:srcRect b="27654" l="0" r="0" t="17691"/>
          <a:stretch/>
        </p:blipFill>
        <p:spPr>
          <a:xfrm>
            <a:off x="2192365" y="1137725"/>
            <a:ext cx="3432561" cy="1875974"/>
          </a:xfrm>
          <a:prstGeom prst="rect">
            <a:avLst/>
          </a:prstGeom>
        </p:spPr>
      </p:pic>
      <p:sp>
        <p:nvSpPr>
          <p:cNvPr id="451" name="Google Shape;451;p37"/>
          <p:cNvSpPr/>
          <p:nvPr/>
        </p:nvSpPr>
        <p:spPr>
          <a:xfrm>
            <a:off x="2192375" y="1137725"/>
            <a:ext cx="3432600" cy="1596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452" name="Google Shape;452;p37"/>
          <p:cNvGrpSpPr/>
          <p:nvPr/>
        </p:nvGrpSpPr>
        <p:grpSpPr>
          <a:xfrm>
            <a:off x="1347963" y="1517912"/>
            <a:ext cx="1243823" cy="1243823"/>
            <a:chOff x="4653650" y="1256600"/>
            <a:chExt cx="1625700" cy="1625700"/>
          </a:xfrm>
        </p:grpSpPr>
        <p:sp>
          <p:nvSpPr>
            <p:cNvPr id="453" name="Google Shape;453;p37"/>
            <p:cNvSpPr/>
            <p:nvPr/>
          </p:nvSpPr>
          <p:spPr>
            <a:xfrm>
              <a:off x="4653650" y="1256600"/>
              <a:ext cx="1625700" cy="1625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54" name="Google Shape;454;p37"/>
            <p:cNvSpPr/>
            <p:nvPr/>
          </p:nvSpPr>
          <p:spPr>
            <a:xfrm>
              <a:off x="4653650" y="1256600"/>
              <a:ext cx="1625700" cy="159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455" name="Google Shape;455;p37"/>
          <p:cNvSpPr/>
          <p:nvPr/>
        </p:nvSpPr>
        <p:spPr>
          <a:xfrm>
            <a:off x="5468425" y="924700"/>
            <a:ext cx="2440500" cy="159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56" name="Google Shape;456;p37"/>
          <p:cNvSpPr/>
          <p:nvPr/>
        </p:nvSpPr>
        <p:spPr>
          <a:xfrm>
            <a:off x="1643801" y="1814126"/>
            <a:ext cx="652149" cy="651400"/>
          </a:xfrm>
          <a:custGeom>
            <a:rect b="b" l="l" r="r" t="t"/>
            <a:pathLst>
              <a:path extrusionOk="0" h="1617" w="1619">
                <a:moveTo>
                  <a:pt x="1587" y="754"/>
                </a:moveTo>
                <a:cubicBezTo>
                  <a:pt x="1453" y="677"/>
                  <a:pt x="1370" y="533"/>
                  <a:pt x="1370" y="378"/>
                </a:cubicBezTo>
                <a:lnTo>
                  <a:pt x="1370" y="312"/>
                </a:lnTo>
                <a:cubicBezTo>
                  <a:pt x="1370" y="140"/>
                  <a:pt x="1230" y="0"/>
                  <a:pt x="1058" y="0"/>
                </a:cubicBezTo>
                <a:cubicBezTo>
                  <a:pt x="1023" y="0"/>
                  <a:pt x="994" y="28"/>
                  <a:pt x="994" y="63"/>
                </a:cubicBezTo>
                <a:cubicBezTo>
                  <a:pt x="994" y="98"/>
                  <a:pt x="1023" y="126"/>
                  <a:pt x="1058" y="126"/>
                </a:cubicBezTo>
                <a:cubicBezTo>
                  <a:pt x="1160" y="126"/>
                  <a:pt x="1243" y="210"/>
                  <a:pt x="1243" y="312"/>
                </a:cubicBezTo>
                <a:lnTo>
                  <a:pt x="1243" y="378"/>
                </a:lnTo>
                <a:cubicBezTo>
                  <a:pt x="1243" y="546"/>
                  <a:pt x="1319" y="704"/>
                  <a:pt x="1445" y="809"/>
                </a:cubicBezTo>
                <a:cubicBezTo>
                  <a:pt x="1319" y="915"/>
                  <a:pt x="1243" y="1072"/>
                  <a:pt x="1243" y="1240"/>
                </a:cubicBezTo>
                <a:lnTo>
                  <a:pt x="1243" y="1306"/>
                </a:lnTo>
                <a:cubicBezTo>
                  <a:pt x="1243" y="1408"/>
                  <a:pt x="1160" y="1491"/>
                  <a:pt x="1058" y="1491"/>
                </a:cubicBezTo>
                <a:cubicBezTo>
                  <a:pt x="1023" y="1491"/>
                  <a:pt x="994" y="1519"/>
                  <a:pt x="994" y="1554"/>
                </a:cubicBezTo>
                <a:cubicBezTo>
                  <a:pt x="994" y="1589"/>
                  <a:pt x="1023" y="1617"/>
                  <a:pt x="1058" y="1617"/>
                </a:cubicBezTo>
                <a:cubicBezTo>
                  <a:pt x="1230" y="1617"/>
                  <a:pt x="1370" y="1477"/>
                  <a:pt x="1370" y="1306"/>
                </a:cubicBezTo>
                <a:lnTo>
                  <a:pt x="1370" y="1240"/>
                </a:lnTo>
                <a:cubicBezTo>
                  <a:pt x="1370" y="1085"/>
                  <a:pt x="1453" y="941"/>
                  <a:pt x="1587" y="864"/>
                </a:cubicBezTo>
                <a:cubicBezTo>
                  <a:pt x="1629" y="840"/>
                  <a:pt x="1629" y="779"/>
                  <a:pt x="1587" y="754"/>
                </a:cubicBezTo>
                <a:moveTo>
                  <a:pt x="173" y="809"/>
                </a:moveTo>
                <a:cubicBezTo>
                  <a:pt x="299" y="915"/>
                  <a:pt x="375" y="1072"/>
                  <a:pt x="375" y="1240"/>
                </a:cubicBezTo>
                <a:lnTo>
                  <a:pt x="375" y="1306"/>
                </a:lnTo>
                <a:cubicBezTo>
                  <a:pt x="375" y="1408"/>
                  <a:pt x="458" y="1491"/>
                  <a:pt x="560" y="1491"/>
                </a:cubicBezTo>
                <a:cubicBezTo>
                  <a:pt x="595" y="1491"/>
                  <a:pt x="624" y="1519"/>
                  <a:pt x="624" y="1554"/>
                </a:cubicBezTo>
                <a:cubicBezTo>
                  <a:pt x="624" y="1589"/>
                  <a:pt x="595" y="1617"/>
                  <a:pt x="560" y="1617"/>
                </a:cubicBezTo>
                <a:cubicBezTo>
                  <a:pt x="388" y="1617"/>
                  <a:pt x="249" y="1477"/>
                  <a:pt x="249" y="1306"/>
                </a:cubicBezTo>
                <a:lnTo>
                  <a:pt x="249" y="1240"/>
                </a:lnTo>
                <a:cubicBezTo>
                  <a:pt x="249" y="1085"/>
                  <a:pt x="165" y="941"/>
                  <a:pt x="32" y="864"/>
                </a:cubicBezTo>
                <a:cubicBezTo>
                  <a:pt x="-11" y="840"/>
                  <a:pt x="-11" y="779"/>
                  <a:pt x="32" y="754"/>
                </a:cubicBezTo>
                <a:cubicBezTo>
                  <a:pt x="165" y="677"/>
                  <a:pt x="249" y="533"/>
                  <a:pt x="249" y="378"/>
                </a:cubicBezTo>
                <a:lnTo>
                  <a:pt x="249" y="312"/>
                </a:lnTo>
                <a:cubicBezTo>
                  <a:pt x="249" y="140"/>
                  <a:pt x="388" y="0"/>
                  <a:pt x="560" y="0"/>
                </a:cubicBezTo>
                <a:cubicBezTo>
                  <a:pt x="595" y="0"/>
                  <a:pt x="624" y="28"/>
                  <a:pt x="624" y="63"/>
                </a:cubicBezTo>
                <a:cubicBezTo>
                  <a:pt x="624" y="98"/>
                  <a:pt x="595" y="126"/>
                  <a:pt x="560" y="126"/>
                </a:cubicBezTo>
                <a:cubicBezTo>
                  <a:pt x="458" y="126"/>
                  <a:pt x="375" y="210"/>
                  <a:pt x="375" y="312"/>
                </a:cubicBezTo>
                <a:lnTo>
                  <a:pt x="375" y="378"/>
                </a:lnTo>
                <a:cubicBezTo>
                  <a:pt x="375" y="546"/>
                  <a:pt x="299" y="704"/>
                  <a:pt x="173" y="809"/>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8"/>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Calidad y Estrategias del Test</a:t>
            </a:r>
            <a:endParaRPr/>
          </a:p>
        </p:txBody>
      </p:sp>
      <p:sp>
        <p:nvSpPr>
          <p:cNvPr id="462" name="Google Shape;462;p38"/>
          <p:cNvSpPr txBox="1"/>
          <p:nvPr>
            <p:ph idx="4" type="subTitle"/>
          </p:nvPr>
        </p:nvSpPr>
        <p:spPr>
          <a:xfrm>
            <a:off x="851225" y="2256425"/>
            <a:ext cx="2348100" cy="807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Test de Regresión</a:t>
            </a:r>
            <a:endParaRPr/>
          </a:p>
        </p:txBody>
      </p:sp>
      <p:sp>
        <p:nvSpPr>
          <p:cNvPr id="463" name="Google Shape;463;p38"/>
          <p:cNvSpPr txBox="1"/>
          <p:nvPr>
            <p:ph idx="5" type="subTitle"/>
          </p:nvPr>
        </p:nvSpPr>
        <p:spPr>
          <a:xfrm>
            <a:off x="3397954" y="2256425"/>
            <a:ext cx="2348100" cy="807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Test de Contrato</a:t>
            </a:r>
            <a:endParaRPr/>
          </a:p>
        </p:txBody>
      </p:sp>
      <p:sp>
        <p:nvSpPr>
          <p:cNvPr id="464" name="Google Shape;464;p38"/>
          <p:cNvSpPr txBox="1"/>
          <p:nvPr>
            <p:ph idx="1" type="subTitle"/>
          </p:nvPr>
        </p:nvSpPr>
        <p:spPr>
          <a:xfrm>
            <a:off x="851225" y="3177425"/>
            <a:ext cx="2444400" cy="1459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a:t>
            </a:r>
            <a:r>
              <a:rPr lang="en"/>
              <a:t>s un tipo de prueba de software que asegura  que los cambios recientes no hayan roto o afectado negativamente las funcionalidades existentes y previamente correctas del sistema.</a:t>
            </a:r>
            <a:endParaRPr/>
          </a:p>
          <a:p>
            <a:pPr indent="0" lvl="0" marL="0" rtl="0" algn="ctr">
              <a:spcBef>
                <a:spcPts val="0"/>
              </a:spcBef>
              <a:spcAft>
                <a:spcPts val="0"/>
              </a:spcAft>
              <a:buNone/>
            </a:pPr>
            <a:r>
              <a:t/>
            </a:r>
            <a:endParaRPr/>
          </a:p>
        </p:txBody>
      </p:sp>
      <p:sp>
        <p:nvSpPr>
          <p:cNvPr id="465" name="Google Shape;465;p38"/>
          <p:cNvSpPr txBox="1"/>
          <p:nvPr>
            <p:ph idx="2" type="subTitle"/>
          </p:nvPr>
        </p:nvSpPr>
        <p:spPr>
          <a:xfrm>
            <a:off x="3397950" y="3259925"/>
            <a:ext cx="2348100" cy="129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Asegura que tus </a:t>
            </a:r>
            <a:r>
              <a:rPr lang="en"/>
              <a:t>APIs</a:t>
            </a:r>
            <a:r>
              <a:rPr lang="en"/>
              <a:t> con otros equipos y servicios nunca se rompan</a:t>
            </a:r>
            <a:endParaRPr/>
          </a:p>
        </p:txBody>
      </p:sp>
      <p:sp>
        <p:nvSpPr>
          <p:cNvPr id="466" name="Google Shape;466;p38"/>
          <p:cNvSpPr txBox="1"/>
          <p:nvPr>
            <p:ph idx="3" type="subTitle"/>
          </p:nvPr>
        </p:nvSpPr>
        <p:spPr>
          <a:xfrm>
            <a:off x="5944675" y="3177426"/>
            <a:ext cx="2348100" cy="129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 </a:t>
            </a:r>
            <a:r>
              <a:rPr lang="en"/>
              <a:t>refiere al conjunto de prácticas, herramientas y pruebas esenciales que actúan como la última línea de defensa para proteger el código y a los usuarios de un impacto catastrófico.Permite incluso innovar,</a:t>
            </a:r>
            <a:endParaRPr/>
          </a:p>
        </p:txBody>
      </p:sp>
      <p:sp>
        <p:nvSpPr>
          <p:cNvPr id="467" name="Google Shape;467;p38"/>
          <p:cNvSpPr txBox="1"/>
          <p:nvPr>
            <p:ph idx="6" type="subTitle"/>
          </p:nvPr>
        </p:nvSpPr>
        <p:spPr>
          <a:xfrm>
            <a:off x="5944675" y="2256425"/>
            <a:ext cx="2348100" cy="807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Cinturón</a:t>
            </a:r>
            <a:r>
              <a:rPr lang="en"/>
              <a:t> de seguridad</a:t>
            </a:r>
            <a:endParaRPr/>
          </a:p>
        </p:txBody>
      </p:sp>
      <p:sp>
        <p:nvSpPr>
          <p:cNvPr id="468" name="Google Shape;468;p38"/>
          <p:cNvSpPr/>
          <p:nvPr/>
        </p:nvSpPr>
        <p:spPr>
          <a:xfrm>
            <a:off x="1834187" y="1857134"/>
            <a:ext cx="382176" cy="382412"/>
          </a:xfrm>
          <a:custGeom>
            <a:rect b="b" l="l" r="r" t="t"/>
            <a:pathLst>
              <a:path extrusionOk="0" h="1619" w="1618">
                <a:moveTo>
                  <a:pt x="481" y="312"/>
                </a:moveTo>
                <a:cubicBezTo>
                  <a:pt x="481" y="269"/>
                  <a:pt x="516" y="233"/>
                  <a:pt x="560" y="233"/>
                </a:cubicBezTo>
                <a:cubicBezTo>
                  <a:pt x="604" y="233"/>
                  <a:pt x="639" y="269"/>
                  <a:pt x="639" y="312"/>
                </a:cubicBezTo>
                <a:cubicBezTo>
                  <a:pt x="639" y="356"/>
                  <a:pt x="604" y="391"/>
                  <a:pt x="560" y="391"/>
                </a:cubicBezTo>
                <a:cubicBezTo>
                  <a:pt x="516" y="391"/>
                  <a:pt x="481" y="356"/>
                  <a:pt x="481" y="312"/>
                </a:cubicBezTo>
                <a:moveTo>
                  <a:pt x="232" y="312"/>
                </a:moveTo>
                <a:cubicBezTo>
                  <a:pt x="232" y="269"/>
                  <a:pt x="268" y="233"/>
                  <a:pt x="311" y="233"/>
                </a:cubicBezTo>
                <a:cubicBezTo>
                  <a:pt x="355" y="233"/>
                  <a:pt x="390" y="269"/>
                  <a:pt x="390" y="312"/>
                </a:cubicBezTo>
                <a:cubicBezTo>
                  <a:pt x="390" y="356"/>
                  <a:pt x="355" y="391"/>
                  <a:pt x="311" y="391"/>
                </a:cubicBezTo>
                <a:cubicBezTo>
                  <a:pt x="268" y="391"/>
                  <a:pt x="232" y="356"/>
                  <a:pt x="232" y="312"/>
                </a:cubicBezTo>
                <a:moveTo>
                  <a:pt x="126" y="624"/>
                </a:moveTo>
                <a:lnTo>
                  <a:pt x="1491" y="624"/>
                </a:lnTo>
                <a:lnTo>
                  <a:pt x="1491" y="1492"/>
                </a:lnTo>
                <a:lnTo>
                  <a:pt x="126" y="1492"/>
                </a:lnTo>
                <a:lnTo>
                  <a:pt x="126" y="624"/>
                </a:lnTo>
                <a:moveTo>
                  <a:pt x="1491" y="498"/>
                </a:moveTo>
                <a:lnTo>
                  <a:pt x="126" y="498"/>
                </a:lnTo>
                <a:lnTo>
                  <a:pt x="126" y="127"/>
                </a:lnTo>
                <a:lnTo>
                  <a:pt x="1491" y="127"/>
                </a:lnTo>
                <a:lnTo>
                  <a:pt x="1491" y="498"/>
                </a:lnTo>
                <a:moveTo>
                  <a:pt x="1555" y="0"/>
                </a:moveTo>
                <a:lnTo>
                  <a:pt x="63" y="0"/>
                </a:lnTo>
                <a:cubicBezTo>
                  <a:pt x="28" y="0"/>
                  <a:pt x="0" y="29"/>
                  <a:pt x="0" y="64"/>
                </a:cubicBezTo>
                <a:lnTo>
                  <a:pt x="0" y="1555"/>
                </a:lnTo>
                <a:cubicBezTo>
                  <a:pt x="0" y="1590"/>
                  <a:pt x="28" y="1619"/>
                  <a:pt x="63" y="1619"/>
                </a:cubicBezTo>
                <a:lnTo>
                  <a:pt x="1555" y="1619"/>
                </a:lnTo>
                <a:cubicBezTo>
                  <a:pt x="1589" y="1619"/>
                  <a:pt x="1618" y="1590"/>
                  <a:pt x="1618" y="1555"/>
                </a:cubicBezTo>
                <a:lnTo>
                  <a:pt x="1618" y="64"/>
                </a:lnTo>
                <a:cubicBezTo>
                  <a:pt x="1618" y="29"/>
                  <a:pt x="1589" y="0"/>
                  <a:pt x="1555" y="0"/>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69" name="Google Shape;469;p38"/>
          <p:cNvSpPr/>
          <p:nvPr/>
        </p:nvSpPr>
        <p:spPr>
          <a:xfrm>
            <a:off x="6927520" y="1857385"/>
            <a:ext cx="382412" cy="382176"/>
          </a:xfrm>
          <a:custGeom>
            <a:rect b="b" l="l" r="r" t="t"/>
            <a:pathLst>
              <a:path extrusionOk="0" h="1618" w="1619">
                <a:moveTo>
                  <a:pt x="249" y="623"/>
                </a:moveTo>
                <a:cubicBezTo>
                  <a:pt x="249" y="588"/>
                  <a:pt x="277" y="560"/>
                  <a:pt x="312" y="560"/>
                </a:cubicBezTo>
                <a:lnTo>
                  <a:pt x="1058" y="560"/>
                </a:lnTo>
                <a:cubicBezTo>
                  <a:pt x="1093" y="560"/>
                  <a:pt x="1121" y="588"/>
                  <a:pt x="1121" y="623"/>
                </a:cubicBezTo>
                <a:cubicBezTo>
                  <a:pt x="1121" y="658"/>
                  <a:pt x="1093" y="686"/>
                  <a:pt x="1058" y="686"/>
                </a:cubicBezTo>
                <a:lnTo>
                  <a:pt x="312" y="686"/>
                </a:lnTo>
                <a:cubicBezTo>
                  <a:pt x="277" y="686"/>
                  <a:pt x="249" y="658"/>
                  <a:pt x="249" y="623"/>
                </a:cubicBezTo>
                <a:moveTo>
                  <a:pt x="249" y="374"/>
                </a:moveTo>
                <a:cubicBezTo>
                  <a:pt x="249" y="339"/>
                  <a:pt x="277" y="311"/>
                  <a:pt x="312" y="311"/>
                </a:cubicBezTo>
                <a:lnTo>
                  <a:pt x="1307" y="311"/>
                </a:lnTo>
                <a:cubicBezTo>
                  <a:pt x="1342" y="311"/>
                  <a:pt x="1370" y="339"/>
                  <a:pt x="1370" y="374"/>
                </a:cubicBezTo>
                <a:cubicBezTo>
                  <a:pt x="1370" y="409"/>
                  <a:pt x="1342" y="437"/>
                  <a:pt x="1307" y="437"/>
                </a:cubicBezTo>
                <a:lnTo>
                  <a:pt x="312" y="437"/>
                </a:lnTo>
                <a:cubicBezTo>
                  <a:pt x="277" y="437"/>
                  <a:pt x="249" y="409"/>
                  <a:pt x="249" y="374"/>
                </a:cubicBezTo>
                <a:moveTo>
                  <a:pt x="1431" y="1119"/>
                </a:moveTo>
                <a:lnTo>
                  <a:pt x="188" y="1119"/>
                </a:lnTo>
                <a:cubicBezTo>
                  <a:pt x="154" y="1119"/>
                  <a:pt x="127" y="1092"/>
                  <a:pt x="127" y="1058"/>
                </a:cubicBezTo>
                <a:lnTo>
                  <a:pt x="127" y="997"/>
                </a:lnTo>
                <a:lnTo>
                  <a:pt x="1492" y="997"/>
                </a:lnTo>
                <a:lnTo>
                  <a:pt x="1492" y="1058"/>
                </a:lnTo>
                <a:cubicBezTo>
                  <a:pt x="1492" y="1092"/>
                  <a:pt x="1465" y="1119"/>
                  <a:pt x="1431" y="1119"/>
                </a:cubicBezTo>
                <a:moveTo>
                  <a:pt x="1033" y="1492"/>
                </a:moveTo>
                <a:lnTo>
                  <a:pt x="586" y="1492"/>
                </a:lnTo>
                <a:lnTo>
                  <a:pt x="669" y="1245"/>
                </a:lnTo>
                <a:lnTo>
                  <a:pt x="950" y="1245"/>
                </a:lnTo>
                <a:lnTo>
                  <a:pt x="1033" y="1492"/>
                </a:lnTo>
                <a:moveTo>
                  <a:pt x="188" y="127"/>
                </a:moveTo>
                <a:lnTo>
                  <a:pt x="1431" y="127"/>
                </a:lnTo>
                <a:cubicBezTo>
                  <a:pt x="1465" y="127"/>
                  <a:pt x="1492" y="154"/>
                  <a:pt x="1492" y="188"/>
                </a:cubicBezTo>
                <a:lnTo>
                  <a:pt x="1492" y="870"/>
                </a:lnTo>
                <a:lnTo>
                  <a:pt x="127" y="870"/>
                </a:lnTo>
                <a:lnTo>
                  <a:pt x="127" y="188"/>
                </a:lnTo>
                <a:cubicBezTo>
                  <a:pt x="127" y="154"/>
                  <a:pt x="154" y="127"/>
                  <a:pt x="188" y="127"/>
                </a:cubicBezTo>
                <a:moveTo>
                  <a:pt x="1431" y="0"/>
                </a:moveTo>
                <a:lnTo>
                  <a:pt x="188" y="0"/>
                </a:lnTo>
                <a:cubicBezTo>
                  <a:pt x="85" y="0"/>
                  <a:pt x="0" y="84"/>
                  <a:pt x="0" y="188"/>
                </a:cubicBezTo>
                <a:lnTo>
                  <a:pt x="0" y="1058"/>
                </a:lnTo>
                <a:cubicBezTo>
                  <a:pt x="0" y="1161"/>
                  <a:pt x="85" y="1245"/>
                  <a:pt x="188" y="1245"/>
                </a:cubicBezTo>
                <a:lnTo>
                  <a:pt x="535" y="1245"/>
                </a:lnTo>
                <a:lnTo>
                  <a:pt x="453" y="1492"/>
                </a:lnTo>
                <a:lnTo>
                  <a:pt x="312" y="1492"/>
                </a:lnTo>
                <a:cubicBezTo>
                  <a:pt x="277" y="1492"/>
                  <a:pt x="249" y="1520"/>
                  <a:pt x="249" y="1555"/>
                </a:cubicBezTo>
                <a:cubicBezTo>
                  <a:pt x="249" y="1590"/>
                  <a:pt x="277" y="1618"/>
                  <a:pt x="312" y="1618"/>
                </a:cubicBezTo>
                <a:lnTo>
                  <a:pt x="1307" y="1618"/>
                </a:lnTo>
                <a:cubicBezTo>
                  <a:pt x="1342" y="1618"/>
                  <a:pt x="1370" y="1590"/>
                  <a:pt x="1370" y="1555"/>
                </a:cubicBezTo>
                <a:cubicBezTo>
                  <a:pt x="1370" y="1520"/>
                  <a:pt x="1342" y="1492"/>
                  <a:pt x="1307" y="1492"/>
                </a:cubicBezTo>
                <a:lnTo>
                  <a:pt x="1166" y="1492"/>
                </a:lnTo>
                <a:lnTo>
                  <a:pt x="1084" y="1245"/>
                </a:lnTo>
                <a:lnTo>
                  <a:pt x="1431" y="1245"/>
                </a:lnTo>
                <a:cubicBezTo>
                  <a:pt x="1535" y="1245"/>
                  <a:pt x="1619" y="1161"/>
                  <a:pt x="1619" y="1058"/>
                </a:cubicBezTo>
                <a:lnTo>
                  <a:pt x="1619" y="188"/>
                </a:lnTo>
                <a:cubicBezTo>
                  <a:pt x="1619" y="84"/>
                  <a:pt x="1535" y="0"/>
                  <a:pt x="1431" y="0"/>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470" name="Google Shape;470;p38"/>
          <p:cNvSpPr/>
          <p:nvPr/>
        </p:nvSpPr>
        <p:spPr>
          <a:xfrm>
            <a:off x="4380923" y="1857385"/>
            <a:ext cx="382176" cy="382176"/>
          </a:xfrm>
          <a:custGeom>
            <a:rect b="b" l="l" r="r" t="t"/>
            <a:pathLst>
              <a:path extrusionOk="0" h="1618" w="1618">
                <a:moveTo>
                  <a:pt x="1306" y="1119"/>
                </a:moveTo>
                <a:cubicBezTo>
                  <a:pt x="1271" y="1119"/>
                  <a:pt x="1243" y="1147"/>
                  <a:pt x="1243" y="1182"/>
                </a:cubicBezTo>
                <a:lnTo>
                  <a:pt x="1243" y="1431"/>
                </a:lnTo>
                <a:cubicBezTo>
                  <a:pt x="1243" y="1464"/>
                  <a:pt x="1216" y="1492"/>
                  <a:pt x="1182" y="1492"/>
                </a:cubicBezTo>
                <a:lnTo>
                  <a:pt x="990" y="1492"/>
                </a:lnTo>
                <a:cubicBezTo>
                  <a:pt x="961" y="1350"/>
                  <a:pt x="835" y="1243"/>
                  <a:pt x="685" y="1243"/>
                </a:cubicBezTo>
                <a:cubicBezTo>
                  <a:pt x="534" y="1243"/>
                  <a:pt x="409" y="1350"/>
                  <a:pt x="379" y="1492"/>
                </a:cubicBezTo>
                <a:lnTo>
                  <a:pt x="187" y="1492"/>
                </a:lnTo>
                <a:cubicBezTo>
                  <a:pt x="154" y="1492"/>
                  <a:pt x="126" y="1464"/>
                  <a:pt x="126" y="1431"/>
                </a:cubicBezTo>
                <a:lnTo>
                  <a:pt x="126" y="1239"/>
                </a:lnTo>
                <a:cubicBezTo>
                  <a:pt x="268" y="1209"/>
                  <a:pt x="375" y="1084"/>
                  <a:pt x="375" y="933"/>
                </a:cubicBezTo>
                <a:cubicBezTo>
                  <a:pt x="375" y="783"/>
                  <a:pt x="268" y="657"/>
                  <a:pt x="126" y="628"/>
                </a:cubicBezTo>
                <a:lnTo>
                  <a:pt x="126" y="436"/>
                </a:lnTo>
                <a:cubicBezTo>
                  <a:pt x="126" y="402"/>
                  <a:pt x="154" y="375"/>
                  <a:pt x="187" y="375"/>
                </a:cubicBezTo>
                <a:lnTo>
                  <a:pt x="436" y="375"/>
                </a:lnTo>
                <a:cubicBezTo>
                  <a:pt x="471" y="375"/>
                  <a:pt x="499" y="347"/>
                  <a:pt x="499" y="312"/>
                </a:cubicBezTo>
                <a:cubicBezTo>
                  <a:pt x="499" y="209"/>
                  <a:pt x="582" y="126"/>
                  <a:pt x="685" y="126"/>
                </a:cubicBezTo>
                <a:cubicBezTo>
                  <a:pt x="787" y="126"/>
                  <a:pt x="870" y="209"/>
                  <a:pt x="870" y="312"/>
                </a:cubicBezTo>
                <a:cubicBezTo>
                  <a:pt x="870" y="347"/>
                  <a:pt x="898" y="375"/>
                  <a:pt x="933" y="375"/>
                </a:cubicBezTo>
                <a:lnTo>
                  <a:pt x="1182" y="375"/>
                </a:lnTo>
                <a:cubicBezTo>
                  <a:pt x="1216" y="375"/>
                  <a:pt x="1243" y="402"/>
                  <a:pt x="1243" y="436"/>
                </a:cubicBezTo>
                <a:lnTo>
                  <a:pt x="1243" y="685"/>
                </a:lnTo>
                <a:cubicBezTo>
                  <a:pt x="1243" y="720"/>
                  <a:pt x="1271" y="748"/>
                  <a:pt x="1306" y="748"/>
                </a:cubicBezTo>
                <a:cubicBezTo>
                  <a:pt x="1408" y="748"/>
                  <a:pt x="1492" y="831"/>
                  <a:pt x="1492" y="933"/>
                </a:cubicBezTo>
                <a:cubicBezTo>
                  <a:pt x="1492" y="1036"/>
                  <a:pt x="1408" y="1119"/>
                  <a:pt x="1306" y="1119"/>
                </a:cubicBezTo>
                <a:moveTo>
                  <a:pt x="1369" y="628"/>
                </a:moveTo>
                <a:lnTo>
                  <a:pt x="1369" y="436"/>
                </a:lnTo>
                <a:cubicBezTo>
                  <a:pt x="1369" y="333"/>
                  <a:pt x="1285" y="248"/>
                  <a:pt x="1182" y="248"/>
                </a:cubicBezTo>
                <a:lnTo>
                  <a:pt x="990" y="248"/>
                </a:lnTo>
                <a:cubicBezTo>
                  <a:pt x="961" y="107"/>
                  <a:pt x="835" y="0"/>
                  <a:pt x="685" y="0"/>
                </a:cubicBezTo>
                <a:cubicBezTo>
                  <a:pt x="534" y="0"/>
                  <a:pt x="409" y="107"/>
                  <a:pt x="379" y="248"/>
                </a:cubicBezTo>
                <a:lnTo>
                  <a:pt x="187" y="248"/>
                </a:lnTo>
                <a:cubicBezTo>
                  <a:pt x="84" y="248"/>
                  <a:pt x="0" y="333"/>
                  <a:pt x="0" y="436"/>
                </a:cubicBezTo>
                <a:lnTo>
                  <a:pt x="0" y="685"/>
                </a:lnTo>
                <a:cubicBezTo>
                  <a:pt x="0" y="720"/>
                  <a:pt x="28" y="748"/>
                  <a:pt x="63" y="748"/>
                </a:cubicBezTo>
                <a:cubicBezTo>
                  <a:pt x="165" y="748"/>
                  <a:pt x="248" y="831"/>
                  <a:pt x="248" y="933"/>
                </a:cubicBezTo>
                <a:cubicBezTo>
                  <a:pt x="248" y="1036"/>
                  <a:pt x="165" y="1119"/>
                  <a:pt x="63" y="1119"/>
                </a:cubicBezTo>
                <a:cubicBezTo>
                  <a:pt x="28" y="1119"/>
                  <a:pt x="0" y="1147"/>
                  <a:pt x="0" y="1182"/>
                </a:cubicBezTo>
                <a:lnTo>
                  <a:pt x="0" y="1431"/>
                </a:lnTo>
                <a:cubicBezTo>
                  <a:pt x="0" y="1534"/>
                  <a:pt x="84" y="1618"/>
                  <a:pt x="187" y="1618"/>
                </a:cubicBezTo>
                <a:lnTo>
                  <a:pt x="436" y="1618"/>
                </a:lnTo>
                <a:cubicBezTo>
                  <a:pt x="471" y="1618"/>
                  <a:pt x="499" y="1590"/>
                  <a:pt x="499" y="1555"/>
                </a:cubicBezTo>
                <a:cubicBezTo>
                  <a:pt x="499" y="1453"/>
                  <a:pt x="582" y="1369"/>
                  <a:pt x="685" y="1369"/>
                </a:cubicBezTo>
                <a:cubicBezTo>
                  <a:pt x="787" y="1369"/>
                  <a:pt x="870" y="1453"/>
                  <a:pt x="870" y="1555"/>
                </a:cubicBezTo>
                <a:cubicBezTo>
                  <a:pt x="870" y="1590"/>
                  <a:pt x="898" y="1618"/>
                  <a:pt x="933" y="1618"/>
                </a:cubicBezTo>
                <a:lnTo>
                  <a:pt x="1182" y="1618"/>
                </a:lnTo>
                <a:cubicBezTo>
                  <a:pt x="1285" y="1618"/>
                  <a:pt x="1369" y="1534"/>
                  <a:pt x="1369" y="1431"/>
                </a:cubicBezTo>
                <a:lnTo>
                  <a:pt x="1369" y="1239"/>
                </a:lnTo>
                <a:cubicBezTo>
                  <a:pt x="1511" y="1209"/>
                  <a:pt x="1618" y="1084"/>
                  <a:pt x="1618" y="933"/>
                </a:cubicBezTo>
                <a:cubicBezTo>
                  <a:pt x="1618" y="783"/>
                  <a:pt x="1511" y="657"/>
                  <a:pt x="1369" y="628"/>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9"/>
          <p:cNvSpPr txBox="1"/>
          <p:nvPr>
            <p:ph type="title"/>
          </p:nvPr>
        </p:nvSpPr>
        <p:spPr>
          <a:xfrm>
            <a:off x="720000" y="826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Estrategias de Test</a:t>
            </a:r>
            <a:endParaRPr/>
          </a:p>
        </p:txBody>
      </p:sp>
      <p:sp>
        <p:nvSpPr>
          <p:cNvPr id="476" name="Google Shape;476;p39"/>
          <p:cNvSpPr txBox="1"/>
          <p:nvPr>
            <p:ph idx="2" type="title"/>
          </p:nvPr>
        </p:nvSpPr>
        <p:spPr>
          <a:xfrm>
            <a:off x="1589400" y="1808550"/>
            <a:ext cx="8130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77" name="Google Shape;477;p39"/>
          <p:cNvSpPr txBox="1"/>
          <p:nvPr>
            <p:ph idx="3" type="title"/>
          </p:nvPr>
        </p:nvSpPr>
        <p:spPr>
          <a:xfrm>
            <a:off x="1589400" y="3219089"/>
            <a:ext cx="8130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78" name="Google Shape;478;p39"/>
          <p:cNvSpPr txBox="1"/>
          <p:nvPr>
            <p:ph idx="4" type="title"/>
          </p:nvPr>
        </p:nvSpPr>
        <p:spPr>
          <a:xfrm>
            <a:off x="4165428" y="1808550"/>
            <a:ext cx="8130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79" name="Google Shape;479;p39"/>
          <p:cNvSpPr txBox="1"/>
          <p:nvPr>
            <p:ph idx="5" type="title"/>
          </p:nvPr>
        </p:nvSpPr>
        <p:spPr>
          <a:xfrm>
            <a:off x="4165428" y="3219089"/>
            <a:ext cx="8130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480" name="Google Shape;480;p39"/>
          <p:cNvSpPr txBox="1"/>
          <p:nvPr>
            <p:ph idx="6" type="title"/>
          </p:nvPr>
        </p:nvSpPr>
        <p:spPr>
          <a:xfrm>
            <a:off x="6741456" y="1808550"/>
            <a:ext cx="8130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81" name="Google Shape;481;p39"/>
          <p:cNvSpPr txBox="1"/>
          <p:nvPr>
            <p:ph idx="7" type="title"/>
          </p:nvPr>
        </p:nvSpPr>
        <p:spPr>
          <a:xfrm>
            <a:off x="6741456" y="3219089"/>
            <a:ext cx="8130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482" name="Google Shape;482;p39"/>
          <p:cNvSpPr txBox="1"/>
          <p:nvPr>
            <p:ph idx="1" type="subTitle"/>
          </p:nvPr>
        </p:nvSpPr>
        <p:spPr>
          <a:xfrm>
            <a:off x="720000" y="2359644"/>
            <a:ext cx="2551800" cy="51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La Pirámide de Testing</a:t>
            </a:r>
            <a:endParaRPr/>
          </a:p>
        </p:txBody>
      </p:sp>
      <p:sp>
        <p:nvSpPr>
          <p:cNvPr id="483" name="Google Shape;483;p39"/>
          <p:cNvSpPr txBox="1"/>
          <p:nvPr>
            <p:ph idx="8" type="subTitle"/>
          </p:nvPr>
        </p:nvSpPr>
        <p:spPr>
          <a:xfrm>
            <a:off x="3296028" y="2359644"/>
            <a:ext cx="2551800" cy="51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Testing por tipo de prueba </a:t>
            </a:r>
            <a:endParaRPr/>
          </a:p>
        </p:txBody>
      </p:sp>
      <p:sp>
        <p:nvSpPr>
          <p:cNvPr id="484" name="Google Shape;484;p39"/>
          <p:cNvSpPr txBox="1"/>
          <p:nvPr>
            <p:ph idx="9" type="subTitle"/>
          </p:nvPr>
        </p:nvSpPr>
        <p:spPr>
          <a:xfrm>
            <a:off x="5872056" y="2359644"/>
            <a:ext cx="2551800" cy="51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Test en Flujo de Trabajo</a:t>
            </a:r>
            <a:endParaRPr/>
          </a:p>
        </p:txBody>
      </p:sp>
      <p:sp>
        <p:nvSpPr>
          <p:cNvPr id="485" name="Google Shape;485;p39"/>
          <p:cNvSpPr txBox="1"/>
          <p:nvPr>
            <p:ph idx="13" type="subTitle"/>
          </p:nvPr>
        </p:nvSpPr>
        <p:spPr>
          <a:xfrm>
            <a:off x="720000" y="3770250"/>
            <a:ext cx="2551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Testing por Capas</a:t>
            </a:r>
            <a:endParaRPr/>
          </a:p>
        </p:txBody>
      </p:sp>
      <p:sp>
        <p:nvSpPr>
          <p:cNvPr id="486" name="Google Shape;486;p39"/>
          <p:cNvSpPr txBox="1"/>
          <p:nvPr>
            <p:ph idx="14" type="subTitle"/>
          </p:nvPr>
        </p:nvSpPr>
        <p:spPr>
          <a:xfrm>
            <a:off x="3296028" y="3770250"/>
            <a:ext cx="2551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Testing Exploratorio</a:t>
            </a:r>
            <a:endParaRPr/>
          </a:p>
        </p:txBody>
      </p:sp>
      <p:sp>
        <p:nvSpPr>
          <p:cNvPr id="487" name="Google Shape;487;p39"/>
          <p:cNvSpPr txBox="1"/>
          <p:nvPr>
            <p:ph idx="15" type="subTitle"/>
          </p:nvPr>
        </p:nvSpPr>
        <p:spPr>
          <a:xfrm>
            <a:off x="5872056" y="3770250"/>
            <a:ext cx="2551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Ingenieria del caos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id="492" name="Google Shape;492;p40" title="fog.jpg"/>
          <p:cNvPicPr preferRelativeResize="0"/>
          <p:nvPr>
            <p:ph idx="4" type="pic"/>
          </p:nvPr>
        </p:nvPicPr>
        <p:blipFill rotWithShape="1">
          <a:blip r:embed="rId3">
            <a:alphaModFix/>
          </a:blip>
          <a:srcRect b="21856" l="0" r="0" t="21856"/>
          <a:stretch/>
        </p:blipFill>
        <p:spPr>
          <a:xfrm>
            <a:off x="3302421" y="905132"/>
            <a:ext cx="1817205" cy="1817207"/>
          </a:xfrm>
          <a:prstGeom prst="rect">
            <a:avLst/>
          </a:prstGeom>
        </p:spPr>
      </p:pic>
      <p:sp>
        <p:nvSpPr>
          <p:cNvPr id="493" name="Google Shape;493;p40"/>
          <p:cNvSpPr/>
          <p:nvPr/>
        </p:nvSpPr>
        <p:spPr>
          <a:xfrm>
            <a:off x="3302425" y="905124"/>
            <a:ext cx="1817100" cy="159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94" name="Google Shape;494;p40"/>
          <p:cNvSpPr txBox="1"/>
          <p:nvPr>
            <p:ph type="title"/>
          </p:nvPr>
        </p:nvSpPr>
        <p:spPr>
          <a:xfrm>
            <a:off x="5399075" y="883275"/>
            <a:ext cx="26565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Deploy con Confianza</a:t>
            </a:r>
            <a:endParaRPr/>
          </a:p>
        </p:txBody>
      </p:sp>
      <p:sp>
        <p:nvSpPr>
          <p:cNvPr id="495" name="Google Shape;495;p40"/>
          <p:cNvSpPr txBox="1"/>
          <p:nvPr>
            <p:ph idx="1" type="subTitle"/>
          </p:nvPr>
        </p:nvSpPr>
        <p:spPr>
          <a:xfrm>
            <a:off x="5399075" y="1819100"/>
            <a:ext cx="26565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El despliegue no se teme, se domina.</a:t>
            </a:r>
            <a:endParaRPr sz="2100"/>
          </a:p>
        </p:txBody>
      </p:sp>
      <p:pic>
        <p:nvPicPr>
          <p:cNvPr id="496" name="Google Shape;496;p40" title="una.jpg"/>
          <p:cNvPicPr preferRelativeResize="0"/>
          <p:nvPr>
            <p:ph idx="2" type="pic"/>
          </p:nvPr>
        </p:nvPicPr>
        <p:blipFill rotWithShape="1">
          <a:blip r:embed="rId4">
            <a:alphaModFix/>
          </a:blip>
          <a:srcRect b="0" l="17637" r="17637" t="0"/>
          <a:stretch/>
        </p:blipFill>
        <p:spPr>
          <a:xfrm>
            <a:off x="1007425" y="1064874"/>
            <a:ext cx="2440524" cy="2909578"/>
          </a:xfrm>
          <a:prstGeom prst="rect">
            <a:avLst/>
          </a:prstGeom>
        </p:spPr>
      </p:pic>
      <p:pic>
        <p:nvPicPr>
          <p:cNvPr id="497" name="Google Shape;497;p40" title="deploy.png"/>
          <p:cNvPicPr preferRelativeResize="0"/>
          <p:nvPr>
            <p:ph idx="3" type="pic"/>
          </p:nvPr>
        </p:nvPicPr>
        <p:blipFill rotWithShape="1">
          <a:blip r:embed="rId5">
            <a:alphaModFix/>
          </a:blip>
          <a:srcRect b="3163" l="0" r="0" t="5412"/>
          <a:stretch/>
        </p:blipFill>
        <p:spPr>
          <a:xfrm>
            <a:off x="2682125" y="2817950"/>
            <a:ext cx="4570025" cy="2179325"/>
          </a:xfrm>
          <a:prstGeom prst="rect">
            <a:avLst/>
          </a:prstGeom>
        </p:spPr>
      </p:pic>
      <p:sp>
        <p:nvSpPr>
          <p:cNvPr id="498" name="Google Shape;498;p40"/>
          <p:cNvSpPr/>
          <p:nvPr/>
        </p:nvSpPr>
        <p:spPr>
          <a:xfrm>
            <a:off x="1007425" y="1064874"/>
            <a:ext cx="2440500" cy="1596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99" name="Google Shape;499;p40"/>
          <p:cNvSpPr/>
          <p:nvPr/>
        </p:nvSpPr>
        <p:spPr>
          <a:xfrm>
            <a:off x="2682200" y="2658350"/>
            <a:ext cx="4569900" cy="1596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grpSp>
        <p:nvGrpSpPr>
          <p:cNvPr id="504" name="Google Shape;504;p41"/>
          <p:cNvGrpSpPr/>
          <p:nvPr/>
        </p:nvGrpSpPr>
        <p:grpSpPr>
          <a:xfrm>
            <a:off x="4785088" y="1288400"/>
            <a:ext cx="1625700" cy="1625700"/>
            <a:chOff x="4653650" y="1256600"/>
            <a:chExt cx="1625700" cy="1625700"/>
          </a:xfrm>
        </p:grpSpPr>
        <p:sp>
          <p:nvSpPr>
            <p:cNvPr id="505" name="Google Shape;505;p41"/>
            <p:cNvSpPr/>
            <p:nvPr/>
          </p:nvSpPr>
          <p:spPr>
            <a:xfrm>
              <a:off x="4653650" y="1256600"/>
              <a:ext cx="1625700" cy="16257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06" name="Google Shape;506;p41"/>
            <p:cNvSpPr/>
            <p:nvPr/>
          </p:nvSpPr>
          <p:spPr>
            <a:xfrm>
              <a:off x="4653650" y="1256600"/>
              <a:ext cx="1625700" cy="159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07" name="Google Shape;507;p41"/>
          <p:cNvSpPr txBox="1"/>
          <p:nvPr>
            <p:ph type="title"/>
          </p:nvPr>
        </p:nvSpPr>
        <p:spPr>
          <a:xfrm>
            <a:off x="1253250" y="1910075"/>
            <a:ext cx="3608400" cy="115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400"/>
              <a:t>La regla de oro</a:t>
            </a:r>
            <a:endParaRPr sz="3400"/>
          </a:p>
        </p:txBody>
      </p:sp>
      <p:sp>
        <p:nvSpPr>
          <p:cNvPr id="508" name="Google Shape;508;p41"/>
          <p:cNvSpPr/>
          <p:nvPr/>
        </p:nvSpPr>
        <p:spPr>
          <a:xfrm>
            <a:off x="5322018" y="1820235"/>
            <a:ext cx="551881" cy="651775"/>
          </a:xfrm>
          <a:custGeom>
            <a:rect b="b" l="l" r="r" t="t"/>
            <a:pathLst>
              <a:path extrusionOk="0" h="1618" w="1370">
                <a:moveTo>
                  <a:pt x="1096" y="1046"/>
                </a:moveTo>
                <a:lnTo>
                  <a:pt x="847" y="1232"/>
                </a:lnTo>
                <a:cubicBezTo>
                  <a:pt x="819" y="1253"/>
                  <a:pt x="779" y="1248"/>
                  <a:pt x="759" y="1220"/>
                </a:cubicBezTo>
                <a:cubicBezTo>
                  <a:pt x="738" y="1192"/>
                  <a:pt x="743" y="1152"/>
                  <a:pt x="771" y="1131"/>
                </a:cubicBezTo>
                <a:lnTo>
                  <a:pt x="952" y="995"/>
                </a:lnTo>
                <a:lnTo>
                  <a:pt x="771" y="859"/>
                </a:lnTo>
                <a:cubicBezTo>
                  <a:pt x="743" y="839"/>
                  <a:pt x="738" y="799"/>
                  <a:pt x="759" y="771"/>
                </a:cubicBezTo>
                <a:cubicBezTo>
                  <a:pt x="780" y="743"/>
                  <a:pt x="819" y="737"/>
                  <a:pt x="847" y="758"/>
                </a:cubicBezTo>
                <a:lnTo>
                  <a:pt x="1096" y="945"/>
                </a:lnTo>
                <a:cubicBezTo>
                  <a:pt x="1129" y="970"/>
                  <a:pt x="1129" y="1021"/>
                  <a:pt x="1096" y="1046"/>
                </a:cubicBezTo>
                <a:moveTo>
                  <a:pt x="598" y="859"/>
                </a:moveTo>
                <a:lnTo>
                  <a:pt x="417" y="995"/>
                </a:lnTo>
                <a:lnTo>
                  <a:pt x="598" y="1131"/>
                </a:lnTo>
                <a:cubicBezTo>
                  <a:pt x="626" y="1152"/>
                  <a:pt x="632" y="1192"/>
                  <a:pt x="611" y="1220"/>
                </a:cubicBezTo>
                <a:cubicBezTo>
                  <a:pt x="590" y="1248"/>
                  <a:pt x="550" y="1253"/>
                  <a:pt x="523" y="1232"/>
                </a:cubicBezTo>
                <a:lnTo>
                  <a:pt x="274" y="1046"/>
                </a:lnTo>
                <a:cubicBezTo>
                  <a:pt x="240" y="1021"/>
                  <a:pt x="240" y="970"/>
                  <a:pt x="274" y="945"/>
                </a:cubicBezTo>
                <a:lnTo>
                  <a:pt x="523" y="758"/>
                </a:lnTo>
                <a:cubicBezTo>
                  <a:pt x="551" y="737"/>
                  <a:pt x="590" y="743"/>
                  <a:pt x="611" y="771"/>
                </a:cubicBezTo>
                <a:cubicBezTo>
                  <a:pt x="632" y="799"/>
                  <a:pt x="626" y="839"/>
                  <a:pt x="598" y="859"/>
                </a:cubicBezTo>
                <a:moveTo>
                  <a:pt x="126" y="1492"/>
                </a:moveTo>
                <a:lnTo>
                  <a:pt x="126" y="126"/>
                </a:lnTo>
                <a:lnTo>
                  <a:pt x="870" y="126"/>
                </a:lnTo>
                <a:lnTo>
                  <a:pt x="870" y="436"/>
                </a:lnTo>
                <a:cubicBezTo>
                  <a:pt x="870" y="471"/>
                  <a:pt x="899" y="499"/>
                  <a:pt x="934" y="499"/>
                </a:cubicBezTo>
                <a:lnTo>
                  <a:pt x="1243" y="499"/>
                </a:lnTo>
                <a:lnTo>
                  <a:pt x="1243" y="1492"/>
                </a:lnTo>
                <a:lnTo>
                  <a:pt x="126" y="1492"/>
                </a:lnTo>
                <a:moveTo>
                  <a:pt x="997" y="216"/>
                </a:moveTo>
                <a:lnTo>
                  <a:pt x="1154" y="373"/>
                </a:lnTo>
                <a:lnTo>
                  <a:pt x="997" y="373"/>
                </a:lnTo>
                <a:lnTo>
                  <a:pt x="997" y="216"/>
                </a:lnTo>
                <a:moveTo>
                  <a:pt x="1351" y="391"/>
                </a:moveTo>
                <a:lnTo>
                  <a:pt x="978" y="18"/>
                </a:lnTo>
                <a:lnTo>
                  <a:pt x="978" y="18"/>
                </a:lnTo>
                <a:cubicBezTo>
                  <a:pt x="965" y="6"/>
                  <a:pt x="949" y="0"/>
                  <a:pt x="934" y="0"/>
                </a:cubicBezTo>
                <a:lnTo>
                  <a:pt x="63" y="0"/>
                </a:lnTo>
                <a:cubicBezTo>
                  <a:pt x="28" y="0"/>
                  <a:pt x="0" y="28"/>
                  <a:pt x="0" y="63"/>
                </a:cubicBezTo>
                <a:lnTo>
                  <a:pt x="0" y="1555"/>
                </a:lnTo>
                <a:cubicBezTo>
                  <a:pt x="0" y="1590"/>
                  <a:pt x="28" y="1618"/>
                  <a:pt x="63" y="1618"/>
                </a:cubicBezTo>
                <a:lnTo>
                  <a:pt x="1306" y="1618"/>
                </a:lnTo>
                <a:cubicBezTo>
                  <a:pt x="1341" y="1618"/>
                  <a:pt x="1370" y="1590"/>
                  <a:pt x="1370" y="1555"/>
                </a:cubicBezTo>
                <a:lnTo>
                  <a:pt x="1370" y="436"/>
                </a:lnTo>
                <a:cubicBezTo>
                  <a:pt x="1370" y="419"/>
                  <a:pt x="1363" y="403"/>
                  <a:pt x="1351" y="391"/>
                </a:cubicBez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509" name="Google Shape;509;p41"/>
          <p:cNvSpPr txBox="1"/>
          <p:nvPr>
            <p:ph idx="1" type="subTitle"/>
          </p:nvPr>
        </p:nvSpPr>
        <p:spPr>
          <a:xfrm>
            <a:off x="4404250" y="2898325"/>
            <a:ext cx="3513600" cy="104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Si un test falla, el despliegue se detiene.</a:t>
            </a:r>
            <a:endParaRPr/>
          </a:p>
        </p:txBody>
      </p:sp>
      <p:sp>
        <p:nvSpPr>
          <p:cNvPr id="510" name="Google Shape;510;p41"/>
          <p:cNvSpPr/>
          <p:nvPr/>
        </p:nvSpPr>
        <p:spPr>
          <a:xfrm>
            <a:off x="4404252" y="2738725"/>
            <a:ext cx="3513625" cy="1596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2"/>
          <p:cNvSpPr txBox="1"/>
          <p:nvPr/>
        </p:nvSpPr>
        <p:spPr>
          <a:xfrm>
            <a:off x="820150" y="1202650"/>
            <a:ext cx="7717500" cy="39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Open Sans"/>
                <a:ea typeface="Open Sans"/>
                <a:cs typeface="Open Sans"/>
                <a:sym typeface="Open Sans"/>
              </a:rPr>
              <a:t>Usa el arsenal para tener “Deploy con Confianza” y alcanzar el sueño de zero bugs.</a:t>
            </a:r>
            <a:endParaRPr sz="1200">
              <a:solidFill>
                <a:schemeClr val="dk1"/>
              </a:solidFill>
              <a:latin typeface="Open Sans"/>
              <a:ea typeface="Open Sans"/>
              <a:cs typeface="Open Sans"/>
              <a:sym typeface="Open Sans"/>
            </a:endParaRPr>
          </a:p>
        </p:txBody>
      </p:sp>
      <p:pic>
        <p:nvPicPr>
          <p:cNvPr id="516" name="Google Shape;516;p42"/>
          <p:cNvPicPr preferRelativeResize="0"/>
          <p:nvPr/>
        </p:nvPicPr>
        <p:blipFill>
          <a:blip r:embed="rId3">
            <a:alphaModFix/>
          </a:blip>
          <a:stretch>
            <a:fillRect/>
          </a:stretch>
        </p:blipFill>
        <p:spPr>
          <a:xfrm>
            <a:off x="3136863" y="1711775"/>
            <a:ext cx="2870275" cy="2870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3"/>
          <p:cNvSpPr txBox="1"/>
          <p:nvPr>
            <p:ph type="title"/>
          </p:nvPr>
        </p:nvSpPr>
        <p:spPr>
          <a:xfrm>
            <a:off x="773475" y="19218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Si algo no sale como se espera no es un fallo, las experiencias son determinadas por buenas o malas, por tanto es la información y la data que obtuviste la que le da valor a la vivencia.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44"/>
          <p:cNvSpPr txBox="1"/>
          <p:nvPr>
            <p:ph type="title"/>
          </p:nvPr>
        </p:nvSpPr>
        <p:spPr>
          <a:xfrm>
            <a:off x="720000" y="826025"/>
            <a:ext cx="7704000" cy="3712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a:t>En el software, como en la vida, cada 'fallo' en el test no es un error, sino una invaluable lección disfrazada. Es la oportunidad de fortalecer lo que es débil, de refinar lo que es imperfecto y de construir un sistema —o una vida— más robusto y resiliente, capaz de enfrentar el mañana con confianza.</a:t>
            </a:r>
            <a:endParaRPr i="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5"/>
          <p:cNvSpPr txBox="1"/>
          <p:nvPr>
            <p:ph type="title"/>
          </p:nvPr>
        </p:nvSpPr>
        <p:spPr>
          <a:xfrm>
            <a:off x="720000" y="16305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2600">
                <a:latin typeface="Arial"/>
                <a:ea typeface="Arial"/>
                <a:cs typeface="Arial"/>
                <a:sym typeface="Arial"/>
              </a:rPr>
              <a:t>https://gamzeescript.carrd.co/</a:t>
            </a:r>
            <a:endParaRPr b="0" sz="2600">
              <a:latin typeface="Arial"/>
              <a:ea typeface="Arial"/>
              <a:cs typeface="Arial"/>
              <a:sym typeface="Arial"/>
            </a:endParaRPr>
          </a:p>
          <a:p>
            <a:pPr indent="0" lvl="0" marL="0" rtl="0" algn="ctr">
              <a:spcBef>
                <a:spcPts val="0"/>
              </a:spcBef>
              <a:spcAft>
                <a:spcPts val="0"/>
              </a:spcAft>
              <a:buNone/>
            </a:pPr>
            <a:r>
              <a:t/>
            </a:r>
            <a:endParaRPr/>
          </a:p>
        </p:txBody>
      </p:sp>
      <p:pic>
        <p:nvPicPr>
          <p:cNvPr id="532" name="Google Shape;532;p45"/>
          <p:cNvPicPr preferRelativeResize="0"/>
          <p:nvPr/>
        </p:nvPicPr>
        <p:blipFill>
          <a:blip r:embed="rId3">
            <a:alphaModFix/>
          </a:blip>
          <a:stretch>
            <a:fillRect/>
          </a:stretch>
        </p:blipFill>
        <p:spPr>
          <a:xfrm>
            <a:off x="1596000" y="799900"/>
            <a:ext cx="6058200" cy="4038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46"/>
          <p:cNvSpPr txBox="1"/>
          <p:nvPr>
            <p:ph type="title"/>
          </p:nvPr>
        </p:nvSpPr>
        <p:spPr>
          <a:xfrm>
            <a:off x="2814475" y="4119575"/>
            <a:ext cx="5523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Muchas 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enior Frontend Developer Portfolio by Slidesgo">
  <a:themeElements>
    <a:clrScheme name="Simple Light">
      <a:dk1>
        <a:srgbClr val="FFFFFF"/>
      </a:dk1>
      <a:lt1>
        <a:srgbClr val="292828"/>
      </a:lt1>
      <a:dk2>
        <a:srgbClr val="A67FF1"/>
      </a:dk2>
      <a:lt2>
        <a:srgbClr val="F5B150"/>
      </a:lt2>
      <a:accent1>
        <a:srgbClr val="C0E67A"/>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